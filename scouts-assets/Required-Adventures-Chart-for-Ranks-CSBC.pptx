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0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EAA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5B460-51FE-4252-9E1F-8EEFDD68FFA7}" v="15" dt="2023-11-09T15:49:37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Berger" userId="b3c94d7a-0061-4acd-be27-0f52658601f0" providerId="ADAL" clId="{FD55B460-51FE-4252-9E1F-8EEFDD68FFA7}"/>
    <pc:docChg chg="custSel modSld">
      <pc:chgData name="Anthony Berger" userId="b3c94d7a-0061-4acd-be27-0f52658601f0" providerId="ADAL" clId="{FD55B460-51FE-4252-9E1F-8EEFDD68FFA7}" dt="2023-11-09T15:50:52.207" v="190" actId="20577"/>
      <pc:docMkLst>
        <pc:docMk/>
      </pc:docMkLst>
      <pc:sldChg chg="addSp delSp modSp mod">
        <pc:chgData name="Anthony Berger" userId="b3c94d7a-0061-4acd-be27-0f52658601f0" providerId="ADAL" clId="{FD55B460-51FE-4252-9E1F-8EEFDD68FFA7}" dt="2023-11-09T15:50:52.207" v="190" actId="20577"/>
        <pc:sldMkLst>
          <pc:docMk/>
          <pc:sldMk cId="4010007766" sldId="1001"/>
        </pc:sldMkLst>
        <pc:spChg chg="mod">
          <ac:chgData name="Anthony Berger" userId="b3c94d7a-0061-4acd-be27-0f52658601f0" providerId="ADAL" clId="{FD55B460-51FE-4252-9E1F-8EEFDD68FFA7}" dt="2023-11-09T15:34:41.004" v="0" actId="207"/>
          <ac:spMkLst>
            <pc:docMk/>
            <pc:sldMk cId="4010007766" sldId="1001"/>
            <ac:spMk id="2" creationId="{EEAFF072-18B5-5B75-7D8D-9D717AA19B9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3" creationId="{4F33C2F0-A549-9F5F-29B2-B3E7E2D7695C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4" creationId="{8B4811AB-E5ED-C01C-4205-AC72AED2813B}"/>
          </ac:spMkLst>
        </pc:spChg>
        <pc:spChg chg="add mod">
          <ac:chgData name="Anthony Berger" userId="b3c94d7a-0061-4acd-be27-0f52658601f0" providerId="ADAL" clId="{FD55B460-51FE-4252-9E1F-8EEFDD68FFA7}" dt="2023-11-09T15:50:52.207" v="190" actId="20577"/>
          <ac:spMkLst>
            <pc:docMk/>
            <pc:sldMk cId="4010007766" sldId="1001"/>
            <ac:spMk id="5" creationId="{9A3D5188-EC45-D3D0-9229-9B157E497E5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6" creationId="{3B0D8343-9430-49AF-B9CD-D00CC2437DD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7" creationId="{D321A0FC-03C0-694C-51F8-1D971E763B2B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8" creationId="{1689B16C-6552-F73C-17E1-B51460A9ED8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9" creationId="{58ED0A99-94AD-5D2F-D2C3-E39E67F77894}"/>
          </ac:spMkLst>
        </pc:spChg>
        <pc:spChg chg="mod">
          <ac:chgData name="Anthony Berger" userId="b3c94d7a-0061-4acd-be27-0f52658601f0" providerId="ADAL" clId="{FD55B460-51FE-4252-9E1F-8EEFDD68FFA7}" dt="2023-11-09T15:34:48.166" v="1" actId="207"/>
          <ac:spMkLst>
            <pc:docMk/>
            <pc:sldMk cId="4010007766" sldId="1001"/>
            <ac:spMk id="11" creationId="{BCB878DC-C4C7-A789-C1D3-329236E9195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" creationId="{7C2C8EE2-5046-B5FB-C118-5F0F1677E553}"/>
          </ac:spMkLst>
        </pc:spChg>
        <pc:spChg chg="mod">
          <ac:chgData name="Anthony Berger" userId="b3c94d7a-0061-4acd-be27-0f52658601f0" providerId="ADAL" clId="{FD55B460-51FE-4252-9E1F-8EEFDD68FFA7}" dt="2023-11-09T15:37:14.079" v="5" actId="207"/>
          <ac:spMkLst>
            <pc:docMk/>
            <pc:sldMk cId="4010007766" sldId="1001"/>
            <ac:spMk id="18" creationId="{2DA28B43-5237-B078-E728-720E6A800C35}"/>
          </ac:spMkLst>
        </pc:spChg>
        <pc:spChg chg="mod">
          <ac:chgData name="Anthony Berger" userId="b3c94d7a-0061-4acd-be27-0f52658601f0" providerId="ADAL" clId="{FD55B460-51FE-4252-9E1F-8EEFDD68FFA7}" dt="2023-11-09T15:37:28.275" v="7"/>
          <ac:spMkLst>
            <pc:docMk/>
            <pc:sldMk cId="4010007766" sldId="1001"/>
            <ac:spMk id="27" creationId="{A494CF98-BE89-A7CB-A9F5-A448A7C0F31E}"/>
          </ac:spMkLst>
        </pc:spChg>
        <pc:spChg chg="add mod">
          <ac:chgData name="Anthony Berger" userId="b3c94d7a-0061-4acd-be27-0f52658601f0" providerId="ADAL" clId="{FD55B460-51FE-4252-9E1F-8EEFDD68FFA7}" dt="2023-11-09T15:40:48.161" v="56" actId="1076"/>
          <ac:spMkLst>
            <pc:docMk/>
            <pc:sldMk cId="4010007766" sldId="1001"/>
            <ac:spMk id="31" creationId="{7E06FF43-733B-3C35-2D62-03C44F78C6BD}"/>
          </ac:spMkLst>
        </pc:spChg>
        <pc:spChg chg="del">
          <ac:chgData name="Anthony Berger" userId="b3c94d7a-0061-4acd-be27-0f52658601f0" providerId="ADAL" clId="{FD55B460-51FE-4252-9E1F-8EEFDD68FFA7}" dt="2023-11-09T15:38:23.934" v="10" actId="478"/>
          <ac:spMkLst>
            <pc:docMk/>
            <pc:sldMk cId="4010007766" sldId="1001"/>
            <ac:spMk id="41" creationId="{B6B3BC71-E5D8-71BB-5492-8990585EACA3}"/>
          </ac:spMkLst>
        </pc:spChg>
        <pc:spChg chg="del">
          <ac:chgData name="Anthony Berger" userId="b3c94d7a-0061-4acd-be27-0f52658601f0" providerId="ADAL" clId="{FD55B460-51FE-4252-9E1F-8EEFDD68FFA7}" dt="2023-11-09T15:38:27.566" v="11" actId="478"/>
          <ac:spMkLst>
            <pc:docMk/>
            <pc:sldMk cId="4010007766" sldId="1001"/>
            <ac:spMk id="42" creationId="{80B3DEF0-8C25-B7A9-8A58-5075756E0A19}"/>
          </ac:spMkLst>
        </pc:spChg>
        <pc:spChg chg="del">
          <ac:chgData name="Anthony Berger" userId="b3c94d7a-0061-4acd-be27-0f52658601f0" providerId="ADAL" clId="{FD55B460-51FE-4252-9E1F-8EEFDD68FFA7}" dt="2023-11-09T15:38:30.206" v="12" actId="478"/>
          <ac:spMkLst>
            <pc:docMk/>
            <pc:sldMk cId="4010007766" sldId="1001"/>
            <ac:spMk id="43" creationId="{92358176-60FF-3C27-6A0A-3AD4FCBA98FD}"/>
          </ac:spMkLst>
        </pc:spChg>
        <pc:spChg chg="del">
          <ac:chgData name="Anthony Berger" userId="b3c94d7a-0061-4acd-be27-0f52658601f0" providerId="ADAL" clId="{FD55B460-51FE-4252-9E1F-8EEFDD68FFA7}" dt="2023-11-09T15:38:33.654" v="13" actId="478"/>
          <ac:spMkLst>
            <pc:docMk/>
            <pc:sldMk cId="4010007766" sldId="1001"/>
            <ac:spMk id="44" creationId="{0727258C-92DA-BEFE-0BCD-951A35E1E346}"/>
          </ac:spMkLst>
        </pc:spChg>
        <pc:spChg chg="del">
          <ac:chgData name="Anthony Berger" userId="b3c94d7a-0061-4acd-be27-0f52658601f0" providerId="ADAL" clId="{FD55B460-51FE-4252-9E1F-8EEFDD68FFA7}" dt="2023-11-09T15:38:37.515" v="14" actId="478"/>
          <ac:spMkLst>
            <pc:docMk/>
            <pc:sldMk cId="4010007766" sldId="1001"/>
            <ac:spMk id="45" creationId="{4C8C326E-A80B-51CB-529C-77D26C774B23}"/>
          </ac:spMkLst>
        </pc:spChg>
        <pc:spChg chg="del">
          <ac:chgData name="Anthony Berger" userId="b3c94d7a-0061-4acd-be27-0f52658601f0" providerId="ADAL" clId="{FD55B460-51FE-4252-9E1F-8EEFDD68FFA7}" dt="2023-11-09T15:38:40.545" v="15" actId="478"/>
          <ac:spMkLst>
            <pc:docMk/>
            <pc:sldMk cId="4010007766" sldId="1001"/>
            <ac:spMk id="46" creationId="{B882F25A-B4D1-9E40-3FD8-E3ADA36EE2D1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47" creationId="{E7D78121-F127-A387-7F85-C01AE89719DB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48" creationId="{67B44B66-A336-7511-9B31-811A844636EE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51" creationId="{5D51E98A-7452-FCB4-4A0F-C3C61CF4CC59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57" creationId="{AE9B9819-3ABD-2AF4-14AF-5FEF4DD048C6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58" creationId="{48553E93-7E0A-4B89-8CC0-5D4AEAC97525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61" creationId="{4591BCC3-65B7-DD37-A973-4FB65E106F7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62" creationId="{C9509826-6701-F603-48A2-1F1C0F3D81BE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65" creationId="{7DD16C62-6E72-4EAD-9731-5CBF18FD950F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81" creationId="{ED016FAE-C478-0C19-76EA-CA03850F362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85" creationId="{B97DAB98-9283-466E-A888-1F431D86E5A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88" creationId="{3C294C96-C028-8192-9DD6-ACFB0D64375D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0" creationId="{C6CBFBE0-7767-A89D-BECB-E6A0D5E95BD4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8" creationId="{C0303542-1A9C-B596-0A7A-B6E957A1ACA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49" creationId="{44217CA0-2C81-74A8-1A0A-7F54F7B423B9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53" creationId="{7BB57E1C-E884-83D4-E317-838E7773795E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61" creationId="{2069E9C5-409F-F317-1B9A-42FC9EC60549}"/>
          </ac:spMkLst>
        </pc:spChg>
        <pc:spChg chg="del mod">
          <ac:chgData name="Anthony Berger" userId="b3c94d7a-0061-4acd-be27-0f52658601f0" providerId="ADAL" clId="{FD55B460-51FE-4252-9E1F-8EEFDD68FFA7}" dt="2023-11-09T15:49:35.305" v="103" actId="478"/>
          <ac:spMkLst>
            <pc:docMk/>
            <pc:sldMk cId="4010007766" sldId="1001"/>
            <ac:spMk id="168" creationId="{86B27748-3A3F-4DD1-DC83-30B1344C76B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76" creationId="{56981AA0-8899-3FFA-7888-B09178DE9886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80" creationId="{EEB838E7-EF35-5EF4-E368-F344A7BA650F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82" creationId="{B8D1472B-9655-D956-F007-2B62A38E7936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84" creationId="{0A53DB8E-6629-53B4-3FE0-73BAB25C2682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85" creationId="{7BA3E4F3-5F75-2973-8B48-77BEC80E7A0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87" creationId="{2851033E-4018-D310-765A-F53AA227699F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202" creationId="{87EB9D40-0CA6-D86F-3777-F0CD0C5E016B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203" creationId="{E155EAD1-7863-E35C-F69A-10274F5D1B49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204" creationId="{D3697486-0462-F55F-A6B3-3F1CE64213D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218" creationId="{48A8A50F-36A1-F969-0D02-1BFF42BB7695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239" creationId="{A25CB26B-E289-6639-3D4A-8EACA143779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77" creationId="{B48DC386-8425-6009-AA11-079C7713EA89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81" creationId="{EDE50E63-C582-2AAD-529F-5503EF6AA8D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85" creationId="{B9DFA542-58BC-5CC8-AA09-9789E1EEB03E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89" creationId="{A6A4260B-924C-B885-2EAB-D724E21FB12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93" creationId="{53C5F699-83F8-3E3A-E527-FB198E17C87E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197" creationId="{C44D839E-7F34-C639-7DDA-0C6A2F5B04C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08" creationId="{B316666F-19DB-4BBB-5B81-D59A4E348E1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12" creationId="{408C3227-A88D-513E-C5F8-1686B4C0EE95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16" creationId="{705F8EF2-36D1-003D-87DA-68FDC04105B0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20" creationId="{9ADEC59F-2927-7B05-3B72-ECD8E587D7C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24" creationId="{C118B1E9-40F1-C857-1A8D-50D8E6BB7CE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28" creationId="{F136E498-FB05-30B4-AA91-BB6DFAB7D554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39" creationId="{38C3F723-270C-2CF1-7CC8-8F763D21D11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43" creationId="{1AAE9DDA-F055-4433-5B90-959294B6A09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47" creationId="{71C8AEEE-2013-C834-6EEC-4F87CDD1A8A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51" creationId="{4AFB9D93-5A7F-6043-C2EF-0AB5BEBD7CF0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55" creationId="{8F83AC5F-E2A3-D03C-E6E8-C2DC0828A58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59" creationId="{9736E924-A49E-9F78-B07A-48083C5BF98B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70" creationId="{AE0DB833-6885-9509-E568-4F5276DE83CF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74" creationId="{05C2DBBE-78A9-DFB6-84EA-7D8693E6FE6C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78" creationId="{51C5B942-9AB4-8608-C3A8-8FCFC0123560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82" creationId="{4F53507C-7E86-0FCD-9C74-20AA9F2CDAA6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86" creationId="{0CC43328-DEF4-C2F0-8EBA-792D81483D8D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290" creationId="{68D21403-2900-12ED-310F-5A48732ED13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01" creationId="{8E0B941A-C85F-F196-D4FF-9AF186BEB692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05" creationId="{1C8BE4A5-6C83-9A98-405B-FECA82693E87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09" creationId="{CD767E83-2542-B1A5-25D1-7BD772ECC074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13" creationId="{EF9FE4BB-EA49-B26C-B234-39A207C1C91A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17" creationId="{6210AE3C-E00A-6460-FDF7-870212D0166D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21" creationId="{98391B72-48E9-5663-77A6-8B555E3A6FA5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45" creationId="{4196AABD-EF6F-3F08-26BB-DDA0FD836346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47" creationId="{840E5C25-6ECE-D8B8-3798-8AA9146B1B95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49" creationId="{467498FB-6313-7B8B-005B-FC130BBCAE60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51" creationId="{DFD6CD82-1F2C-82ED-794F-0F560518BBE3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54" creationId="{01A33D23-3D1F-8528-4420-1DAE3B967FB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55" creationId="{83502E2F-1256-5AE9-A39C-199A3F501A6D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357" creationId="{AAD8D972-02CE-39D9-C30C-EF99CE3D28D8}"/>
          </ac:spMkLst>
        </pc:spChg>
        <pc:spChg chg="mod">
          <ac:chgData name="Anthony Berger" userId="b3c94d7a-0061-4acd-be27-0f52658601f0" providerId="ADAL" clId="{FD55B460-51FE-4252-9E1F-8EEFDD68FFA7}" dt="2023-11-09T15:45:14.086" v="101" actId="1076"/>
          <ac:spMkLst>
            <pc:docMk/>
            <pc:sldMk cId="4010007766" sldId="1001"/>
            <ac:spMk id="1405" creationId="{6D970886-BD28-C8E7-BA0F-72D68B4CBABE}"/>
          </ac:spMkLst>
        </pc:s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4" creationId="{D2FC76AE-6D58-19CE-0FBC-C940188DEDED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6" creationId="{9B9F7188-BB62-D619-018A-CE6A69D4D919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20" creationId="{EBB5D682-B8B1-2D30-F621-CF1CE0F3C9A9}"/>
          </ac:grpSpMkLst>
        </pc:grpChg>
        <pc:grpChg chg="del">
          <ac:chgData name="Anthony Berger" userId="b3c94d7a-0061-4acd-be27-0f52658601f0" providerId="ADAL" clId="{FD55B460-51FE-4252-9E1F-8EEFDD68FFA7}" dt="2023-11-09T15:37:21.553" v="6" actId="478"/>
          <ac:grpSpMkLst>
            <pc:docMk/>
            <pc:sldMk cId="4010007766" sldId="1001"/>
            <ac:grpSpMk id="22" creationId="{50C948C8-72B0-F731-D627-BF86643C9325}"/>
          </ac:grpSpMkLst>
        </pc:grpChg>
        <pc:grpChg chg="add mod">
          <ac:chgData name="Anthony Berger" userId="b3c94d7a-0061-4acd-be27-0f52658601f0" providerId="ADAL" clId="{FD55B460-51FE-4252-9E1F-8EEFDD68FFA7}" dt="2023-11-09T15:37:34.310" v="8" actId="1076"/>
          <ac:grpSpMkLst>
            <pc:docMk/>
            <pc:sldMk cId="4010007766" sldId="1001"/>
            <ac:grpSpMk id="25" creationId="{E57CB51A-B3A4-3CD2-6AEA-8DEAE0EF16C8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34" creationId="{C60DA28A-B969-A37A-19A2-7AB88E6702B4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55" creationId="{FB32B70E-9959-B656-7412-76A0B52790AE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59" creationId="{EDC81DC1-EEBA-B355-7E2F-D24A0C18F64F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89" creationId="{9E12015B-6C82-1E53-BC6E-5F122FBEA49E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01" creationId="{47777743-A8E4-2DAC-65B7-65AF27ED7CB1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32" creationId="{1E8DB186-3553-C274-A69B-6D98908EDA80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63" creationId="{890B2347-F3A2-5FC3-7FBC-6F7C3C24790F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64" creationId="{2C5C5F8A-58F1-A6EF-8BCA-63616A0A5ED7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94" creationId="{8A4EC46E-CF1D-31C8-18B7-9A56C5B81F9A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296" creationId="{AE57EC83-54C9-41F6-5C52-100D770D082A}"/>
          </ac:grpSpMkLst>
        </pc:grpChg>
        <pc:grpChg chg="mod">
          <ac:chgData name="Anthony Berger" userId="b3c94d7a-0061-4acd-be27-0f52658601f0" providerId="ADAL" clId="{FD55B460-51FE-4252-9E1F-8EEFDD68FFA7}" dt="2023-11-09T15:45:14.086" v="101" actId="1076"/>
          <ac:grpSpMkLst>
            <pc:docMk/>
            <pc:sldMk cId="4010007766" sldId="1001"/>
            <ac:grpSpMk id="1369" creationId="{FEE85890-AF5D-70B8-C3A6-830EE08969E9}"/>
          </ac:grpSpMkLst>
        </pc:grpChg>
        <pc:picChg chg="del mod">
          <ac:chgData name="Anthony Berger" userId="b3c94d7a-0061-4acd-be27-0f52658601f0" providerId="ADAL" clId="{FD55B460-51FE-4252-9E1F-8EEFDD68FFA7}" dt="2023-11-09T15:38:53.070" v="18" actId="478"/>
          <ac:picMkLst>
            <pc:docMk/>
            <pc:sldMk cId="4010007766" sldId="1001"/>
            <ac:picMk id="5" creationId="{0B5976E1-431B-4FF4-A3A2-BEECCB4B436B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" creationId="{7B3928C2-6A34-4986-D66F-B74455CE9BFE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5" creationId="{3D7E84F2-B591-56EF-0D39-96E394BD1520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9" creationId="{1311C07E-F55E-6411-D911-86E590A54FEE}"/>
          </ac:picMkLst>
        </pc:picChg>
        <pc:picChg chg="mod">
          <ac:chgData name="Anthony Berger" userId="b3c94d7a-0061-4acd-be27-0f52658601f0" providerId="ADAL" clId="{FD55B460-51FE-4252-9E1F-8EEFDD68FFA7}" dt="2023-11-09T15:37:28.275" v="7"/>
          <ac:picMkLst>
            <pc:docMk/>
            <pc:sldMk cId="4010007766" sldId="1001"/>
            <ac:picMk id="26" creationId="{476D73A9-8BF0-FEDA-251D-B89A2298DE47}"/>
          </ac:picMkLst>
        </pc:picChg>
        <pc:picChg chg="add mod">
          <ac:chgData name="Anthony Berger" userId="b3c94d7a-0061-4acd-be27-0f52658601f0" providerId="ADAL" clId="{FD55B460-51FE-4252-9E1F-8EEFDD68FFA7}" dt="2023-11-09T15:45:44.681" v="102" actId="339"/>
          <ac:picMkLst>
            <pc:docMk/>
            <pc:sldMk cId="4010007766" sldId="1001"/>
            <ac:picMk id="29" creationId="{C03D7B89-DCDA-0C5D-E9E2-C47B04E42E35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49" creationId="{3EF5A929-830E-6467-763A-4FF9FDA74505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50" creationId="{29D337B5-24B0-EFE0-E8E9-B55407CC719A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56" creationId="{A7D7E4DD-B41A-8FCD-752A-099A18D7CA10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60" creationId="{650A86FE-CA92-F5F3-42CC-29EE99E6B87F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63" creationId="{5D2BE56C-5496-C6A8-5E75-60C410F16C0D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77" creationId="{6435D193-A103-2C58-7C95-82A65C809FB6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3" creationId="{F8D5DA10-199D-0952-CF96-BF482BC9082F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4" creationId="{47EC3DA7-5966-5921-B84B-15C0C2204037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59" creationId="{BA325174-6E1B-58E0-3129-BF6EFCC35914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83" creationId="{B925FEDB-83FC-57C5-E2A2-52158DB83585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292" creationId="{149EB6AC-84AB-99FD-FCA9-2237E2B1A95F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032" creationId="{E192790C-D845-401F-8648-C73B0AB13C7B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034" creationId="{923A2E86-0D16-4117-8010-121FBC1C711C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292" creationId="{1985EE36-CC4C-AA3D-996A-6E5F3E934947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19" creationId="{22AB432B-3D3A-1655-FB62-1A24F7A723F2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46" creationId="{4E9A840D-1174-F9C1-F967-01C0283F032E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50" creationId="{3C0CBE74-24D2-6667-08EC-DD2540BCAA0F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53" creationId="{EEAE8B1E-6545-1908-6DF5-5752324AEE50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60" creationId="{EB5D0B0E-0CEE-5AAC-287C-3C183D4774A7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2" creationId="{0DF3D0A4-BA07-160F-F9B1-E7E80EBFA4CD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3" creationId="{644C0D37-CD30-E627-5C50-C647DD7580A5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4" creationId="{DB68BDF5-6312-02E4-3476-973F0801EEBB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6" creationId="{BC3AA28F-3970-AE98-9076-F26BD213CA21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8" creationId="{77F05C86-29C0-734D-F020-CBB3B27820CE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399" creationId="{4EA3F013-9E15-DD81-0D2D-F495E60DD0DE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00" creationId="{F970F5B2-CA04-A7C3-AAA8-E4DE4D7F0C86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03" creationId="{6B4A56AC-E833-4038-1B27-D5339D3BDAA6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07" creationId="{A8CB3454-2EC7-9F28-1972-C882453E2E3D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08" creationId="{323449BF-7A3B-5FE1-69C1-EFD2229D8A94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09" creationId="{E2668560-385D-BBEE-1361-A38FCC270DA1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12" creationId="{189D3F73-8694-2E68-C9B2-B4F88B7DBD6F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21" creationId="{C5D75323-B6C4-0C55-0576-A87DB90CB5C0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24" creationId="{03DDE792-B41D-DF08-FD59-6DD8998CA7F6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30" creationId="{9952C5C8-B83E-9E7A-1720-4FA82C2A7024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33" creationId="{A4CA70D6-CA68-19FA-394C-C1D94DC78F93}"/>
          </ac:picMkLst>
        </pc:picChg>
        <pc:picChg chg="mod">
          <ac:chgData name="Anthony Berger" userId="b3c94d7a-0061-4acd-be27-0f52658601f0" providerId="ADAL" clId="{FD55B460-51FE-4252-9E1F-8EEFDD68FFA7}" dt="2023-11-09T15:45:14.086" v="101" actId="1076"/>
          <ac:picMkLst>
            <pc:docMk/>
            <pc:sldMk cId="4010007766" sldId="1001"/>
            <ac:picMk id="1442" creationId="{CCBA1C7C-9EB0-F704-A98D-E5D529093F8F}"/>
          </ac:picMkLst>
        </pc:picChg>
        <pc:cxnChg chg="mod">
          <ac:chgData name="Anthony Berger" userId="b3c94d7a-0061-4acd-be27-0f52658601f0" providerId="ADAL" clId="{FD55B460-51FE-4252-9E1F-8EEFDD68FFA7}" dt="2023-11-09T15:45:14.086" v="101" actId="1076"/>
          <ac:cxnSpMkLst>
            <pc:docMk/>
            <pc:sldMk cId="4010007766" sldId="1001"/>
            <ac:cxnSpMk id="10" creationId="{00B0B6E9-63D4-5783-2676-DC92AE33BBE5}"/>
          </ac:cxnSpMkLst>
        </pc:cxnChg>
        <pc:cxnChg chg="mod">
          <ac:chgData name="Anthony Berger" userId="b3c94d7a-0061-4acd-be27-0f52658601f0" providerId="ADAL" clId="{FD55B460-51FE-4252-9E1F-8EEFDD68FFA7}" dt="2023-11-09T15:45:14.086" v="101" actId="1076"/>
          <ac:cxnSpMkLst>
            <pc:docMk/>
            <pc:sldMk cId="4010007766" sldId="1001"/>
            <ac:cxnSpMk id="1388" creationId="{BAFCBC41-B8F0-B9FE-D241-BC54F28AB7B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9A65-5F8F-D3A6-FB2E-5306A068C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2266A-716F-834A-0B62-B6894693E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CA8E0-4699-DB94-A263-74C5C0D4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0F53-FE75-09B9-DEAD-288BD2E4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A27E4-3359-C22B-BAAF-4294F7DF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9780-3F87-05CD-89A2-A6A9E88C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54BB-EBB2-F5C5-2BE3-ABED0210B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3F4F3-896F-6AA4-FE17-C7811402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AE7DD-367A-2154-CCAE-C2770361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DCD7E-4442-851D-04FF-C51AE366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8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595F-25B5-8BD8-6954-4A4235AF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AE162-C9B4-72EB-83EB-C2CA0AF6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8544-ED25-3606-DA6D-491301E9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6C106-9D84-5918-E316-A4D6F030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BF28C-E65D-ADBE-A8CC-5116C3A7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9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0B64-C741-6789-5358-EF85B82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C1564-E9C6-5EE3-5549-2839D6FBB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056E4-0FEE-6ECB-5487-C95E8EDF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7535C-2123-794E-69AC-D69C3D26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835FB-527E-3A48-F2C9-6BCA31F3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44609-2ED5-9BDE-2141-0A007BE0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9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8FFE-2D12-3EC1-C92F-EBC02DEA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49C53-0D96-05AB-C21A-498B0E0D0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95E74-C4E8-73A2-644D-07E26281C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31F87-27CD-4C9D-0384-B0DE8705C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1C382-E3D6-2F89-756C-23648022F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00231-AB91-FB92-894F-64FC2952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CAEBF-4740-2510-EB3A-D2128472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A4DC2-E8FA-8251-48A5-AF21F01F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3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BA2F-ABE9-587D-721C-449EC37A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F28C7-900D-C0C4-8A3D-BB1C6383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547A-4ECF-1C11-0F8A-1F0D538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AA167-8F70-CE99-A65D-F97C57F7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8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8080C-0589-D345-D40A-100AC1F0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1E8AF-EB98-C871-BD70-83988041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E7FA5-28DF-A5B5-B344-2A4B4E08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7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22BD-8EFA-EB5C-A722-6B4B255F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B0A2-CBC7-DBBE-D0AB-A027828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570C1-EA0B-B511-5D94-6FB95B84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61F39-9691-F4BC-57FA-62E7A6A8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75DBF-8BD2-39DE-BDAB-CAC4946F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C8EA1-1CC2-195A-C5E1-102870FB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6BDD-DF68-FD71-7643-0486299B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09569-6A3E-04AF-5EE4-B5D7FE5A4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7FCAE-02FB-E786-2413-9E1BB208D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F52F0-38D0-591E-8352-D528CB92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3D030-E2E8-DD12-345C-45C77C81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D5479-3CAF-EB83-2085-5DEA782B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065E-1D4E-6283-A935-7D350301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934D8-016A-0F8F-D763-D84B4F6AA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E670C-15F3-E57C-BE1C-93EB3134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FFDF9-DADE-31A8-AB06-09B5E74F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5B49A-3024-8503-5169-DC89D4ED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9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CD553-EE16-8308-B647-5924587C1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7644C-BF46-43A4-2097-B0EB79249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CDDE-51A8-D386-0F33-F09F80E5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C74CA-B125-4FA6-65D3-C8E10EF6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F9970-1F6B-776F-4EEF-A543FE05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6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03D40-8CB3-3237-79CD-B067995A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F7E25-7A4B-E693-641B-15FE641DD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0D431-9540-A637-2D19-380E03532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D5457-52E5-4FE8-8509-013BA8F65677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99E3E-D044-13C2-50F8-247AFF2E4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F625C-B82C-DD08-E43B-0373C8321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0D385-EB6A-4C6E-BCDE-8872748B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3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image" Target="../media/image17.jpeg"/><Relationship Id="rId26" Type="http://schemas.openxmlformats.org/officeDocument/2006/relationships/image" Target="../media/image25.png"/><Relationship Id="rId39" Type="http://schemas.openxmlformats.org/officeDocument/2006/relationships/image" Target="../media/image38.tif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jp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FEE85890-AF5D-70B8-C3A6-830EE08969E9}"/>
              </a:ext>
            </a:extLst>
          </p:cNvPr>
          <p:cNvGrpSpPr/>
          <p:nvPr/>
        </p:nvGrpSpPr>
        <p:grpSpPr>
          <a:xfrm>
            <a:off x="-12708" y="64606"/>
            <a:ext cx="12225106" cy="6793394"/>
            <a:chOff x="-12097" y="66213"/>
            <a:chExt cx="12225106" cy="67933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89B16C-6552-F73C-17E1-B51460A9ED87}"/>
                </a:ext>
              </a:extLst>
            </p:cNvPr>
            <p:cNvSpPr/>
            <p:nvPr/>
          </p:nvSpPr>
          <p:spPr>
            <a:xfrm>
              <a:off x="-12097" y="1213617"/>
              <a:ext cx="2042776" cy="5644382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3697486-0462-F55F-A6B3-3F1CE64213D8}"/>
                </a:ext>
              </a:extLst>
            </p:cNvPr>
            <p:cNvSpPr/>
            <p:nvPr/>
          </p:nvSpPr>
          <p:spPr>
            <a:xfrm>
              <a:off x="8150886" y="1213617"/>
              <a:ext cx="2023241" cy="56443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321A0FC-03C0-694C-51F8-1D971E763B2B}"/>
                </a:ext>
              </a:extLst>
            </p:cNvPr>
            <p:cNvSpPr/>
            <p:nvPr/>
          </p:nvSpPr>
          <p:spPr>
            <a:xfrm>
              <a:off x="10172175" y="1215224"/>
              <a:ext cx="2040834" cy="5644383"/>
            </a:xfrm>
            <a:prstGeom prst="rect">
              <a:avLst/>
            </a:prstGeom>
            <a:solidFill>
              <a:srgbClr val="9966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B8D1472B-9655-D956-F007-2B62A38E7936}"/>
                </a:ext>
              </a:extLst>
            </p:cNvPr>
            <p:cNvSpPr/>
            <p:nvPr/>
          </p:nvSpPr>
          <p:spPr>
            <a:xfrm>
              <a:off x="2012482" y="1213618"/>
              <a:ext cx="2061486" cy="5644382"/>
            </a:xfrm>
            <a:prstGeom prst="rect">
              <a:avLst/>
            </a:prstGeom>
            <a:solidFill>
              <a:srgbClr val="ED7D31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851033E-4018-D310-765A-F53AA227699F}"/>
                </a:ext>
              </a:extLst>
            </p:cNvPr>
            <p:cNvSpPr/>
            <p:nvPr/>
          </p:nvSpPr>
          <p:spPr>
            <a:xfrm>
              <a:off x="4074070" y="1213618"/>
              <a:ext cx="2043329" cy="5644382"/>
            </a:xfrm>
            <a:prstGeom prst="rect">
              <a:avLst/>
            </a:prstGeom>
            <a:solidFill>
              <a:srgbClr val="DD1A32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155EAD1-7863-E35C-F69A-10274F5D1B49}"/>
                </a:ext>
              </a:extLst>
            </p:cNvPr>
            <p:cNvSpPr/>
            <p:nvPr/>
          </p:nvSpPr>
          <p:spPr>
            <a:xfrm>
              <a:off x="6116044" y="1213617"/>
              <a:ext cx="2040833" cy="5644383"/>
            </a:xfrm>
            <a:prstGeom prst="rect">
              <a:avLst/>
            </a:prstGeom>
            <a:solidFill>
              <a:srgbClr val="99CA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34" name="Picture 10" descr="Image result for cub scout arrow of light">
              <a:extLst>
                <a:ext uri="{FF2B5EF4-FFF2-40B4-BE49-F238E27FC236}">
                  <a16:creationId xmlns:a16="http://schemas.microsoft.com/office/drawing/2014/main" id="{923A2E86-0D16-4117-8010-121FBC1C71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7" t="8584" r="3952" b="7442"/>
            <a:stretch/>
          </p:blipFill>
          <p:spPr bwMode="auto">
            <a:xfrm>
              <a:off x="10439767" y="1278954"/>
              <a:ext cx="1357324" cy="403103"/>
            </a:xfrm>
            <a:prstGeom prst="rect">
              <a:avLst/>
            </a:prstGeom>
            <a:noFill/>
            <a:effectLst>
              <a:outerShdw blurRad="304800" dist="139700" dir="2700000" algn="ctr" rotWithShape="0">
                <a:schemeClr val="tx1">
                  <a:alpha val="65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cub scout webelos">
              <a:extLst>
                <a:ext uri="{FF2B5EF4-FFF2-40B4-BE49-F238E27FC236}">
                  <a16:creationId xmlns:a16="http://schemas.microsoft.com/office/drawing/2014/main" id="{E192790C-D845-401F-8648-C73B0AB13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8005" y="1280442"/>
              <a:ext cx="866399" cy="925319"/>
            </a:xfrm>
            <a:prstGeom prst="rect">
              <a:avLst/>
            </a:prstGeom>
            <a:noFill/>
            <a:ln>
              <a:noFill/>
            </a:ln>
            <a:effectLst>
              <a:outerShdw blurRad="292100" dist="139700" dir="2700000" algn="ctr" rotWithShape="0">
                <a:schemeClr val="tx1">
                  <a:alpha val="65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553E93-7E0A-4B89-8CC0-5D4AEAC97525}"/>
                </a:ext>
              </a:extLst>
            </p:cNvPr>
            <p:cNvSpPr/>
            <p:nvPr/>
          </p:nvSpPr>
          <p:spPr>
            <a:xfrm>
              <a:off x="8761683" y="1963525"/>
              <a:ext cx="292177" cy="29093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®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DD16C62-6E72-4EAD-9731-5CBF18FD950F}"/>
                </a:ext>
              </a:extLst>
            </p:cNvPr>
            <p:cNvSpPr/>
            <p:nvPr/>
          </p:nvSpPr>
          <p:spPr>
            <a:xfrm>
              <a:off x="2692426" y="186174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®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97DAB98-9283-466E-A888-1F431D86E5A7}"/>
                </a:ext>
              </a:extLst>
            </p:cNvPr>
            <p:cNvSpPr txBox="1"/>
            <p:nvPr/>
          </p:nvSpPr>
          <p:spPr>
            <a:xfrm>
              <a:off x="2708692" y="1448102"/>
              <a:ext cx="1333773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Grade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4217CA0-2C81-74A8-1A0A-7F54F7B423B9}"/>
                </a:ext>
              </a:extLst>
            </p:cNvPr>
            <p:cNvSpPr txBox="1"/>
            <p:nvPr/>
          </p:nvSpPr>
          <p:spPr>
            <a:xfrm>
              <a:off x="4762966" y="1425900"/>
              <a:ext cx="138803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WOLF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r>
                <a:rPr kumimoji="0" lang="en-US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Grade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25CB26B-E289-6639-3D4A-8EACA1437793}"/>
                </a:ext>
              </a:extLst>
            </p:cNvPr>
            <p:cNvSpPr txBox="1"/>
            <p:nvPr/>
          </p:nvSpPr>
          <p:spPr>
            <a:xfrm>
              <a:off x="6793493" y="1384700"/>
              <a:ext cx="132569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  <a:r>
                <a:rPr kumimoji="0" lang="en-US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Grade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7EB9D40-0CA6-D86F-3777-F0CD0C5E016B}"/>
                </a:ext>
              </a:extLst>
            </p:cNvPr>
            <p:cNvSpPr/>
            <p:nvPr/>
          </p:nvSpPr>
          <p:spPr>
            <a:xfrm>
              <a:off x="2260159" y="6418327"/>
              <a:ext cx="274662" cy="2744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92" name="Picture 291" descr="Logo&#10;&#10;Description automatically generated">
              <a:extLst>
                <a:ext uri="{FF2B5EF4-FFF2-40B4-BE49-F238E27FC236}">
                  <a16:creationId xmlns:a16="http://schemas.microsoft.com/office/drawing/2014/main" id="{149EB6AC-84AB-99FD-FCA9-2237E2B1A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8513" y="1295367"/>
              <a:ext cx="803847" cy="8038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7" name="Picture 76" descr="Logo&#10;&#10;Description automatically generated">
              <a:extLst>
                <a:ext uri="{FF2B5EF4-FFF2-40B4-BE49-F238E27FC236}">
                  <a16:creationId xmlns:a16="http://schemas.microsoft.com/office/drawing/2014/main" id="{6435D193-A103-2C58-7C95-82A65C809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415" y="1284230"/>
              <a:ext cx="816608" cy="8166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6981AA0-8899-3FFA-7888-B09178DE9886}"/>
                </a:ext>
              </a:extLst>
            </p:cNvPr>
            <p:cNvSpPr/>
            <p:nvPr/>
          </p:nvSpPr>
          <p:spPr>
            <a:xfrm>
              <a:off x="6631242" y="1908523"/>
              <a:ext cx="292177" cy="29093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®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EB838E7-EF35-5EF4-E368-F344A7BA650F}"/>
                </a:ext>
              </a:extLst>
            </p:cNvPr>
            <p:cNvSpPr/>
            <p:nvPr/>
          </p:nvSpPr>
          <p:spPr>
            <a:xfrm>
              <a:off x="1473058" y="1715789"/>
              <a:ext cx="237566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83" name="Picture 4" descr="Image result for cub scout wolf">
              <a:extLst>
                <a:ext uri="{FF2B5EF4-FFF2-40B4-BE49-F238E27FC236}">
                  <a16:creationId xmlns:a16="http://schemas.microsoft.com/office/drawing/2014/main" id="{B925FEDB-83FC-57C5-E2A2-52158DB83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3034" y="1282418"/>
              <a:ext cx="903570" cy="903570"/>
            </a:xfrm>
            <a:prstGeom prst="rect">
              <a:avLst/>
            </a:prstGeom>
            <a:noFill/>
            <a:effectLst>
              <a:outerShdw blurRad="292100" dist="139700" dir="2700000" algn="ctr" rotWithShape="0">
                <a:schemeClr val="tx1">
                  <a:alpha val="65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0A53DB8E-6629-53B4-3FE0-73BAB25C2682}"/>
                </a:ext>
              </a:extLst>
            </p:cNvPr>
            <p:cNvSpPr/>
            <p:nvPr/>
          </p:nvSpPr>
          <p:spPr>
            <a:xfrm>
              <a:off x="4692249" y="191863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®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BA3E4F3-5F75-2973-8B48-77BEC80E7A0A}"/>
                </a:ext>
              </a:extLst>
            </p:cNvPr>
            <p:cNvSpPr/>
            <p:nvPr/>
          </p:nvSpPr>
          <p:spPr>
            <a:xfrm>
              <a:off x="11764208" y="150558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®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E12015B-6C82-1E53-BC6E-5F122FBEA49E}"/>
                </a:ext>
              </a:extLst>
            </p:cNvPr>
            <p:cNvGrpSpPr/>
            <p:nvPr/>
          </p:nvGrpSpPr>
          <p:grpSpPr>
            <a:xfrm>
              <a:off x="39490" y="66213"/>
              <a:ext cx="3097854" cy="1121793"/>
              <a:chOff x="7686" y="18507"/>
              <a:chExt cx="3097854" cy="112179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D8343-9430-49AF-B9CD-D00CC2437DD7}"/>
                  </a:ext>
                </a:extLst>
              </p:cNvPr>
              <p:cNvSpPr txBox="1"/>
              <p:nvPr/>
            </p:nvSpPr>
            <p:spPr>
              <a:xfrm>
                <a:off x="25137" y="18507"/>
                <a:ext cx="30804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2024-2025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b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Cub Scout Badges of Rank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48A8A50F-36A1-F969-0D02-1BFF42BB7695}"/>
                  </a:ext>
                </a:extLst>
              </p:cNvPr>
              <p:cNvSpPr txBox="1"/>
              <p:nvPr/>
            </p:nvSpPr>
            <p:spPr>
              <a:xfrm>
                <a:off x="7686" y="555525"/>
                <a:ext cx="256011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Requirements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33C2F0-A549-9F5F-29B2-B3E7E2D7695C}"/>
                </a:ext>
              </a:extLst>
            </p:cNvPr>
            <p:cNvSpPr txBox="1"/>
            <p:nvPr/>
          </p:nvSpPr>
          <p:spPr>
            <a:xfrm>
              <a:off x="624286" y="1448877"/>
              <a:ext cx="128797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Kindergarten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B4811AB-E5ED-C01C-4205-AC72AED2813B}"/>
                </a:ext>
              </a:extLst>
            </p:cNvPr>
            <p:cNvSpPr txBox="1"/>
            <p:nvPr/>
          </p:nvSpPr>
          <p:spPr>
            <a:xfrm>
              <a:off x="8689788" y="1381196"/>
              <a:ext cx="17043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WEBELOS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  <a:r>
                <a:rPr kumimoji="0" lang="en-US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Grade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ED0A99-94AD-5D2F-D2C3-E39E67F77894}"/>
                </a:ext>
              </a:extLst>
            </p:cNvPr>
            <p:cNvSpPr txBox="1"/>
            <p:nvPr/>
          </p:nvSpPr>
          <p:spPr>
            <a:xfrm>
              <a:off x="10291396" y="1681381"/>
              <a:ext cx="1914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ARROW OF LIGHT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88" name="Straight Connector 1387">
              <a:extLst>
                <a:ext uri="{FF2B5EF4-FFF2-40B4-BE49-F238E27FC236}">
                  <a16:creationId xmlns:a16="http://schemas.microsoft.com/office/drawing/2014/main" id="{BAFCBC41-B8F0-B9FE-D241-BC54F28AB7BD}"/>
                </a:ext>
              </a:extLst>
            </p:cNvPr>
            <p:cNvCxnSpPr>
              <a:cxnSpLocks/>
            </p:cNvCxnSpPr>
            <p:nvPr/>
          </p:nvCxnSpPr>
          <p:spPr>
            <a:xfrm>
              <a:off x="124415" y="5644383"/>
              <a:ext cx="11830763" cy="0"/>
            </a:xfrm>
            <a:prstGeom prst="line">
              <a:avLst/>
            </a:prstGeom>
            <a:ln>
              <a:prstDash val="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396" name="Picture 139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BC3AA28F-3970-AE98-9076-F26BD213C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918" y="4524791"/>
              <a:ext cx="434423" cy="504541"/>
            </a:xfrm>
            <a:prstGeom prst="rect">
              <a:avLst/>
            </a:prstGeom>
          </p:spPr>
        </p:pic>
        <p:grpSp>
          <p:nvGrpSpPr>
            <p:cNvPr id="1294" name="Group 1293">
              <a:extLst>
                <a:ext uri="{FF2B5EF4-FFF2-40B4-BE49-F238E27FC236}">
                  <a16:creationId xmlns:a16="http://schemas.microsoft.com/office/drawing/2014/main" id="{8A4EC46E-CF1D-31C8-18B7-9A56C5B81F9A}"/>
                </a:ext>
              </a:extLst>
            </p:cNvPr>
            <p:cNvGrpSpPr/>
            <p:nvPr/>
          </p:nvGrpSpPr>
          <p:grpSpPr>
            <a:xfrm>
              <a:off x="577738" y="5057964"/>
              <a:ext cx="11374905" cy="568925"/>
              <a:chOff x="555242" y="2296666"/>
              <a:chExt cx="11374905" cy="559511"/>
            </a:xfrm>
          </p:grpSpPr>
          <p:sp>
            <p:nvSpPr>
              <p:cNvPr id="1321" name="Rectangle: Rounded Corners 1320">
                <a:extLst>
                  <a:ext uri="{FF2B5EF4-FFF2-40B4-BE49-F238E27FC236}">
                    <a16:creationId xmlns:a16="http://schemas.microsoft.com/office/drawing/2014/main" id="{98391B72-48E9-5663-77A6-8B555E3A6FA5}"/>
                  </a:ext>
                </a:extLst>
              </p:cNvPr>
              <p:cNvSpPr/>
              <p:nvPr/>
            </p:nvSpPr>
            <p:spPr>
              <a:xfrm>
                <a:off x="8686608" y="2446056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MY FAMILY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Family/Reverence</a:t>
                </a:r>
              </a:p>
            </p:txBody>
          </p:sp>
          <p:grpSp>
            <p:nvGrpSpPr>
              <p:cNvPr id="1296" name="Group 1295">
                <a:extLst>
                  <a:ext uri="{FF2B5EF4-FFF2-40B4-BE49-F238E27FC236}">
                    <a16:creationId xmlns:a16="http://schemas.microsoft.com/office/drawing/2014/main" id="{AE57EC83-54C9-41F6-5C52-100D770D082A}"/>
                  </a:ext>
                </a:extLst>
              </p:cNvPr>
              <p:cNvGrpSpPr/>
              <p:nvPr/>
            </p:nvGrpSpPr>
            <p:grpSpPr>
              <a:xfrm>
                <a:off x="10140682" y="2296666"/>
                <a:ext cx="1789465" cy="559511"/>
                <a:chOff x="10036387" y="2266141"/>
                <a:chExt cx="1789465" cy="559511"/>
              </a:xfrm>
            </p:grpSpPr>
            <p:sp>
              <p:nvSpPr>
                <p:cNvPr id="1317" name="Rectangle: Rounded Corners 1316">
                  <a:extLst>
                    <a:ext uri="{FF2B5EF4-FFF2-40B4-BE49-F238E27FC236}">
                      <a16:creationId xmlns:a16="http://schemas.microsoft.com/office/drawing/2014/main" id="{6210AE3C-E00A-6460-FDF7-870212D0166D}"/>
                    </a:ext>
                  </a:extLst>
                </p:cNvPr>
                <p:cNvSpPr/>
                <p:nvPr/>
              </p:nvSpPr>
              <p:spPr>
                <a:xfrm>
                  <a:off x="10570217" y="2424040"/>
                  <a:ext cx="1255635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DUTY TO GOD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Family/Reverence</a:t>
                  </a:r>
                </a:p>
              </p:txBody>
            </p:sp>
            <p:pic>
              <p:nvPicPr>
                <p:cNvPr id="1319" name="Picture 1318" descr="Icon&#10;&#10;Description automatically generated">
                  <a:extLst>
                    <a:ext uri="{FF2B5EF4-FFF2-40B4-BE49-F238E27FC236}">
                      <a16:creationId xmlns:a16="http://schemas.microsoft.com/office/drawing/2014/main" id="{22AB432B-3D3A-1655-FB62-1A24F7A72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36387" y="2266141"/>
                  <a:ext cx="621165" cy="559511"/>
                </a:xfrm>
                <a:prstGeom prst="rect">
                  <a:avLst/>
                </a:prstGeom>
              </p:spPr>
            </p:pic>
          </p:grpSp>
          <p:sp>
            <p:nvSpPr>
              <p:cNvPr id="1313" name="Rectangle: Rounded Corners 1312">
                <a:extLst>
                  <a:ext uri="{FF2B5EF4-FFF2-40B4-BE49-F238E27FC236}">
                    <a16:creationId xmlns:a16="http://schemas.microsoft.com/office/drawing/2014/main" id="{EF9FE4BB-EA49-B26C-B234-39A207C1C91A}"/>
                  </a:ext>
                </a:extLst>
              </p:cNvPr>
              <p:cNvSpPr/>
              <p:nvPr/>
            </p:nvSpPr>
            <p:spPr>
              <a:xfrm>
                <a:off x="6682762" y="2431648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FELLOWSHIP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Family/Reverence</a:t>
                </a:r>
              </a:p>
            </p:txBody>
          </p:sp>
          <p:sp>
            <p:nvSpPr>
              <p:cNvPr id="1309" name="Rectangle: Rounded Corners 1308">
                <a:extLst>
                  <a:ext uri="{FF2B5EF4-FFF2-40B4-BE49-F238E27FC236}">
                    <a16:creationId xmlns:a16="http://schemas.microsoft.com/office/drawing/2014/main" id="{CD767E83-2542-B1A5-25D1-7BD772ECC074}"/>
                  </a:ext>
                </a:extLst>
              </p:cNvPr>
              <p:cNvSpPr/>
              <p:nvPr/>
            </p:nvSpPr>
            <p:spPr>
              <a:xfrm>
                <a:off x="555242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LION’S PRIDE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Family/Reverence</a:t>
                </a:r>
              </a:p>
            </p:txBody>
          </p:sp>
          <p:sp>
            <p:nvSpPr>
              <p:cNvPr id="1305" name="Rectangle: Rounded Corners 1304">
                <a:extLst>
                  <a:ext uri="{FF2B5EF4-FFF2-40B4-BE49-F238E27FC236}">
                    <a16:creationId xmlns:a16="http://schemas.microsoft.com/office/drawing/2014/main" id="{1C8BE4A5-6C83-9A98-405B-FECA82693E87}"/>
                  </a:ext>
                </a:extLst>
              </p:cNvPr>
              <p:cNvSpPr/>
              <p:nvPr/>
            </p:nvSpPr>
            <p:spPr>
              <a:xfrm>
                <a:off x="2596549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TIGER CIRCLES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Famil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y/Reverence</a:t>
                </a:r>
              </a:p>
            </p:txBody>
          </p:sp>
          <p:sp>
            <p:nvSpPr>
              <p:cNvPr id="1301" name="Rectangle: Rounded Corners 1300">
                <a:extLst>
                  <a:ext uri="{FF2B5EF4-FFF2-40B4-BE49-F238E27FC236}">
                    <a16:creationId xmlns:a16="http://schemas.microsoft.com/office/drawing/2014/main" id="{8E0B941A-C85F-F196-D4FF-9AF186BEB692}"/>
                  </a:ext>
                </a:extLst>
              </p:cNvPr>
              <p:cNvSpPr/>
              <p:nvPr/>
            </p:nvSpPr>
            <p:spPr>
              <a:xfrm>
                <a:off x="4625738" y="2421383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FOOTSTEPS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Family/Reverence</a:t>
                </a:r>
              </a:p>
            </p:txBody>
          </p:sp>
        </p:grpSp>
        <p:pic>
          <p:nvPicPr>
            <p:cNvPr id="1403" name="Picture 1402" descr="Icon&#10;&#10;Description automatically generated">
              <a:extLst>
                <a:ext uri="{FF2B5EF4-FFF2-40B4-BE49-F238E27FC236}">
                  <a16:creationId xmlns:a16="http://schemas.microsoft.com/office/drawing/2014/main" id="{6B4A56AC-E833-4038-1B27-D5339D3BDA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38" r="6676"/>
            <a:stretch/>
          </p:blipFill>
          <p:spPr>
            <a:xfrm>
              <a:off x="2151678" y="5063745"/>
              <a:ext cx="448333" cy="533818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12" name="Picture 1411" descr="Icon&#10;&#10;Description automatically generated">
              <a:extLst>
                <a:ext uri="{FF2B5EF4-FFF2-40B4-BE49-F238E27FC236}">
                  <a16:creationId xmlns:a16="http://schemas.microsoft.com/office/drawing/2014/main" id="{189D3F73-8694-2E68-C9B2-B4F88B7DBD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70" r="9144"/>
            <a:stretch/>
          </p:blipFill>
          <p:spPr>
            <a:xfrm>
              <a:off x="4189863" y="5073677"/>
              <a:ext cx="422936" cy="512429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24" name="Picture 1423" descr="Icon&#10;&#10;Description automatically generated">
              <a:extLst>
                <a:ext uri="{FF2B5EF4-FFF2-40B4-BE49-F238E27FC236}">
                  <a16:creationId xmlns:a16="http://schemas.microsoft.com/office/drawing/2014/main" id="{03DDE792-B41D-DF08-FD59-6DD8998CA7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20" t="3182" r="11431" b="4937"/>
            <a:stretch/>
          </p:blipFill>
          <p:spPr>
            <a:xfrm>
              <a:off x="6240950" y="5082914"/>
              <a:ext cx="454197" cy="515533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33" name="Picture 1432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A4CA70D6-CA68-19FA-394C-C1D94DC78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8165" y="5079812"/>
              <a:ext cx="500223" cy="500223"/>
            </a:xfrm>
            <a:prstGeom prst="rect">
              <a:avLst/>
            </a:prstGeom>
            <a:noFill/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60DA28A-B969-A37A-19A2-7AB88E6702B4}"/>
                </a:ext>
              </a:extLst>
            </p:cNvPr>
            <p:cNvGrpSpPr/>
            <p:nvPr/>
          </p:nvGrpSpPr>
          <p:grpSpPr>
            <a:xfrm>
              <a:off x="108680" y="3972639"/>
              <a:ext cx="12014727" cy="512744"/>
              <a:chOff x="109336" y="3844247"/>
              <a:chExt cx="12014727" cy="512744"/>
            </a:xfrm>
          </p:grpSpPr>
          <p:grpSp>
            <p:nvGrpSpPr>
              <p:cNvPr id="1232" name="Group 1231">
                <a:extLst>
                  <a:ext uri="{FF2B5EF4-FFF2-40B4-BE49-F238E27FC236}">
                    <a16:creationId xmlns:a16="http://schemas.microsoft.com/office/drawing/2014/main" id="{1E8DB186-3553-C274-A69B-6D98908EDA80}"/>
                  </a:ext>
                </a:extLst>
              </p:cNvPr>
              <p:cNvGrpSpPr/>
              <p:nvPr/>
            </p:nvGrpSpPr>
            <p:grpSpPr>
              <a:xfrm>
                <a:off x="585512" y="3926299"/>
                <a:ext cx="11538551" cy="427180"/>
                <a:chOff x="555241" y="2407322"/>
                <a:chExt cx="11538551" cy="420111"/>
              </a:xfrm>
            </p:grpSpPr>
            <p:sp>
              <p:nvSpPr>
                <p:cNvPr id="1259" name="Rectangle: Rounded Corners 1258">
                  <a:extLst>
                    <a:ext uri="{FF2B5EF4-FFF2-40B4-BE49-F238E27FC236}">
                      <a16:creationId xmlns:a16="http://schemas.microsoft.com/office/drawing/2014/main" id="{9736E924-A49E-9F78-B07A-48083C5BF98B}"/>
                    </a:ext>
                  </a:extLst>
                </p:cNvPr>
                <p:cNvSpPr/>
                <p:nvPr/>
              </p:nvSpPr>
              <p:spPr>
                <a:xfrm>
                  <a:off x="8688474" y="2463013"/>
                  <a:ext cx="1255635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MY COMMUNITY 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8F83AC5F-E2A3-D03C-E6E8-C2DC0828A58A}"/>
                    </a:ext>
                  </a:extLst>
                </p:cNvPr>
                <p:cNvSpPr/>
                <p:nvPr/>
              </p:nvSpPr>
              <p:spPr>
                <a:xfrm>
                  <a:off x="10704594" y="2442517"/>
                  <a:ext cx="1389198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4AFB9D93-5A7F-6043-C2EF-0AB5BEBD7CF0}"/>
                    </a:ext>
                  </a:extLst>
                </p:cNvPr>
                <p:cNvSpPr/>
                <p:nvPr/>
              </p:nvSpPr>
              <p:spPr>
                <a:xfrm>
                  <a:off x="6682762" y="2431648"/>
                  <a:ext cx="1442764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PAWS FOR ACTION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71C8AEEE-2013-C834-6EEC-4F87CDD1A8AA}"/>
                    </a:ext>
                  </a:extLst>
                </p:cNvPr>
                <p:cNvSpPr/>
                <p:nvPr/>
              </p:nvSpPr>
              <p:spPr>
                <a:xfrm>
                  <a:off x="555241" y="2407322"/>
                  <a:ext cx="1465731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KING OF THE JUNGLE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1AAE9DDA-F055-4433-5B90-959294B6A093}"/>
                    </a:ext>
                  </a:extLst>
                </p:cNvPr>
                <p:cNvSpPr/>
                <p:nvPr/>
              </p:nvSpPr>
              <p:spPr>
                <a:xfrm>
                  <a:off x="2596549" y="2407322"/>
                  <a:ext cx="1255635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TEAM TIGER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38C3F723-270C-2CF1-7CC8-8F763D21D113}"/>
                    </a:ext>
                  </a:extLst>
                </p:cNvPr>
                <p:cNvSpPr/>
                <p:nvPr/>
              </p:nvSpPr>
              <p:spPr>
                <a:xfrm>
                  <a:off x="4625738" y="2421383"/>
                  <a:ext cx="1255635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COUNCIL FIRE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Citizenship</a:t>
                  </a:r>
                </a:p>
              </p:txBody>
            </p:sp>
          </p:grpSp>
          <p:pic>
            <p:nvPicPr>
              <p:cNvPr id="1394" name="Picture 1393" descr="Shape, rectangle&#10;&#10;Description automatically generated">
                <a:extLst>
                  <a:ext uri="{FF2B5EF4-FFF2-40B4-BE49-F238E27FC236}">
                    <a16:creationId xmlns:a16="http://schemas.microsoft.com/office/drawing/2014/main" id="{DB68BDF5-6312-02E4-3476-973F0801E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336" y="3844247"/>
                <a:ext cx="439938" cy="512744"/>
              </a:xfrm>
              <a:prstGeom prst="rect">
                <a:avLst/>
              </a:prstGeom>
            </p:spPr>
          </p:pic>
        </p:grpSp>
        <p:pic>
          <p:nvPicPr>
            <p:cNvPr id="1400" name="Picture 1399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F970F5B2-CA04-A7C3-AAA8-E4DE4D7F0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21" r="7762"/>
            <a:stretch/>
          </p:blipFill>
          <p:spPr>
            <a:xfrm>
              <a:off x="2167771" y="3959138"/>
              <a:ext cx="445824" cy="53381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09" name="Picture 1408" descr="Logo&#10;&#10;Description automatically generated">
              <a:extLst>
                <a:ext uri="{FF2B5EF4-FFF2-40B4-BE49-F238E27FC236}">
                  <a16:creationId xmlns:a16="http://schemas.microsoft.com/office/drawing/2014/main" id="{E2668560-385D-BBEE-1361-A38FCC270D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97" r="7318"/>
            <a:stretch/>
          </p:blipFill>
          <p:spPr>
            <a:xfrm>
              <a:off x="4208840" y="3972639"/>
              <a:ext cx="422936" cy="51398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21" name="Picture 1420" descr="Icon&#10;&#10;Description automatically generated">
              <a:extLst>
                <a:ext uri="{FF2B5EF4-FFF2-40B4-BE49-F238E27FC236}">
                  <a16:creationId xmlns:a16="http://schemas.microsoft.com/office/drawing/2014/main" id="{C5D75323-B6C4-0C55-0576-A87DB90CB5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36" t="3290" r="13778" b="7222"/>
            <a:stretch/>
          </p:blipFill>
          <p:spPr>
            <a:xfrm>
              <a:off x="6252169" y="4017781"/>
              <a:ext cx="427805" cy="49922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2C8EE2-5046-B5FB-C118-5F0F1677E553}"/>
                </a:ext>
              </a:extLst>
            </p:cNvPr>
            <p:cNvSpPr txBox="1"/>
            <p:nvPr/>
          </p:nvSpPr>
          <p:spPr>
            <a:xfrm>
              <a:off x="10339464" y="1914864"/>
              <a:ext cx="17750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  <a:r>
                <a:rPr kumimoji="0" lang="en-US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Grade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ED016FAE-C478-0C19-76EA-CA03850F3623}"/>
                </a:ext>
              </a:extLst>
            </p:cNvPr>
            <p:cNvSpPr/>
            <p:nvPr/>
          </p:nvSpPr>
          <p:spPr>
            <a:xfrm>
              <a:off x="8732574" y="2413701"/>
              <a:ext cx="1481994" cy="3705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BOBCAT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Character/Leadership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3C294C96-C028-8192-9DD6-ACFB0D64375D}"/>
                </a:ext>
              </a:extLst>
            </p:cNvPr>
            <p:cNvSpPr/>
            <p:nvPr/>
          </p:nvSpPr>
          <p:spPr>
            <a:xfrm>
              <a:off x="10690122" y="2413128"/>
              <a:ext cx="1465894" cy="3705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BOBCAT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Character/Leadership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2FC76AE-6D58-19CE-0FBC-C940188DEDED}"/>
                </a:ext>
              </a:extLst>
            </p:cNvPr>
            <p:cNvGrpSpPr/>
            <p:nvPr/>
          </p:nvGrpSpPr>
          <p:grpSpPr>
            <a:xfrm>
              <a:off x="119847" y="2303579"/>
              <a:ext cx="1936864" cy="512108"/>
              <a:chOff x="132235" y="2184609"/>
              <a:chExt cx="1936864" cy="51210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B3928C2-6A34-4986-D66F-B74455CE9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2235" y="2184609"/>
                <a:ext cx="445047" cy="512108"/>
              </a:xfrm>
              <a:prstGeom prst="rect">
                <a:avLst/>
              </a:prstGeom>
            </p:spPr>
          </p:pic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C0303542-1A9C-B596-0A7A-B6E957A1ACA3}"/>
                  </a:ext>
                </a:extLst>
              </p:cNvPr>
              <p:cNvSpPr/>
              <p:nvPr/>
            </p:nvSpPr>
            <p:spPr>
              <a:xfrm>
                <a:off x="585512" y="2275498"/>
                <a:ext cx="1483587" cy="3705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BOBCAT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Character/Leadership</a:t>
                </a:r>
              </a:p>
            </p:txBody>
          </p:sp>
          <p:pic>
            <p:nvPicPr>
              <p:cNvPr id="144" name="Picture 10" descr="Image result for cub scout bobcat">
                <a:extLst>
                  <a:ext uri="{FF2B5EF4-FFF2-40B4-BE49-F238E27FC236}">
                    <a16:creationId xmlns:a16="http://schemas.microsoft.com/office/drawing/2014/main" id="{47EC3DA7-5966-5921-B84B-15C0C22040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133" y="2285321"/>
                <a:ext cx="327112" cy="341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9F7188-BB62-D619-018A-CE6A69D4D919}"/>
                </a:ext>
              </a:extLst>
            </p:cNvPr>
            <p:cNvGrpSpPr/>
            <p:nvPr/>
          </p:nvGrpSpPr>
          <p:grpSpPr>
            <a:xfrm>
              <a:off x="2152494" y="2304879"/>
              <a:ext cx="1965610" cy="533818"/>
              <a:chOff x="2164882" y="2185909"/>
              <a:chExt cx="1965610" cy="533818"/>
            </a:xfrm>
          </p:grpSpPr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7BB57E1C-E884-83D4-E317-838E7773795E}"/>
                  </a:ext>
                </a:extLst>
              </p:cNvPr>
              <p:cNvSpPr/>
              <p:nvPr/>
            </p:nvSpPr>
            <p:spPr>
              <a:xfrm>
                <a:off x="2626820" y="2275498"/>
                <a:ext cx="1503672" cy="3705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BOBCAT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Character/Leadership</a:t>
                </a:r>
              </a:p>
            </p:txBody>
          </p:sp>
          <p:pic>
            <p:nvPicPr>
              <p:cNvPr id="15" name="Picture 14" descr="A picture containing text, device&#10;&#10;Description automatically generated">
                <a:extLst>
                  <a:ext uri="{FF2B5EF4-FFF2-40B4-BE49-F238E27FC236}">
                    <a16:creationId xmlns:a16="http://schemas.microsoft.com/office/drawing/2014/main" id="{3D7E84F2-B591-56EF-0D39-96E394BD15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06" r="7189"/>
              <a:stretch/>
            </p:blipFill>
            <p:spPr>
              <a:xfrm>
                <a:off x="2164882" y="2185909"/>
                <a:ext cx="445225" cy="533818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159" name="Picture 10" descr="Image result for cub scout bobcat">
                <a:extLst>
                  <a:ext uri="{FF2B5EF4-FFF2-40B4-BE49-F238E27FC236}">
                    <a16:creationId xmlns:a16="http://schemas.microsoft.com/office/drawing/2014/main" id="{BA325174-6E1B-58E0-3129-BF6EFCC359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0997" y="2280910"/>
                <a:ext cx="327112" cy="341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2069E9C5-409F-F317-1B9A-42FC9EC60549}"/>
                </a:ext>
              </a:extLst>
            </p:cNvPr>
            <p:cNvSpPr/>
            <p:nvPr/>
          </p:nvSpPr>
          <p:spPr>
            <a:xfrm>
              <a:off x="4643621" y="2408766"/>
              <a:ext cx="1487034" cy="3705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BOBCAT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Character/Leadership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B5D682-B8B1-2D30-F621-CF1CE0F3C9A9}"/>
                </a:ext>
              </a:extLst>
            </p:cNvPr>
            <p:cNvGrpSpPr/>
            <p:nvPr/>
          </p:nvGrpSpPr>
          <p:grpSpPr>
            <a:xfrm>
              <a:off x="6241234" y="2305239"/>
              <a:ext cx="1939455" cy="557867"/>
              <a:chOff x="6253622" y="2186269"/>
              <a:chExt cx="1939455" cy="557867"/>
            </a:xfrm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C6CBFBE0-7767-A89D-BECB-E6A0D5E95BD4}"/>
                  </a:ext>
                </a:extLst>
              </p:cNvPr>
              <p:cNvSpPr/>
              <p:nvPr/>
            </p:nvSpPr>
            <p:spPr>
              <a:xfrm>
                <a:off x="6713033" y="2300234"/>
                <a:ext cx="1480044" cy="3705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BOBCAT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Character/Leadership</a:t>
                </a:r>
              </a:p>
            </p:txBody>
          </p:sp>
          <p:pic>
            <p:nvPicPr>
              <p:cNvPr id="19" name="Picture 18" descr="Icon&#10;&#10;Description automatically generated">
                <a:extLst>
                  <a:ext uri="{FF2B5EF4-FFF2-40B4-BE49-F238E27FC236}">
                    <a16:creationId xmlns:a16="http://schemas.microsoft.com/office/drawing/2014/main" id="{1311C07E-F55E-6411-D911-86E590A54F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75" r="13778"/>
              <a:stretch/>
            </p:blipFill>
            <p:spPr>
              <a:xfrm>
                <a:off x="6253622" y="2186269"/>
                <a:ext cx="455482" cy="557867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133" name="Picture 10" descr="Image result for cub scout bobcat">
                <a:extLst>
                  <a:ext uri="{FF2B5EF4-FFF2-40B4-BE49-F238E27FC236}">
                    <a16:creationId xmlns:a16="http://schemas.microsoft.com/office/drawing/2014/main" id="{F8D5DA10-199D-0952-CF96-BF482BC908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2793" y="2291131"/>
                <a:ext cx="327112" cy="3415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97" name="Rectangle: Rounded Corners 1196">
              <a:extLst>
                <a:ext uri="{FF2B5EF4-FFF2-40B4-BE49-F238E27FC236}">
                  <a16:creationId xmlns:a16="http://schemas.microsoft.com/office/drawing/2014/main" id="{C44D839E-7F34-C639-7DDA-0C6A2F5B04C7}"/>
                </a:ext>
              </a:extLst>
            </p:cNvPr>
            <p:cNvSpPr/>
            <p:nvPr/>
          </p:nvSpPr>
          <p:spPr>
            <a:xfrm>
              <a:off x="8720313" y="2978082"/>
              <a:ext cx="1511912" cy="3705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WEBELOS WALKABOUT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sp>
          <p:nvSpPr>
            <p:cNvPr id="1193" name="Rectangle: Rounded Corners 1192">
              <a:extLst>
                <a:ext uri="{FF2B5EF4-FFF2-40B4-BE49-F238E27FC236}">
                  <a16:creationId xmlns:a16="http://schemas.microsoft.com/office/drawing/2014/main" id="{53C5F699-83F8-3E3A-E527-FB198E17C87E}"/>
                </a:ext>
              </a:extLst>
            </p:cNvPr>
            <p:cNvSpPr/>
            <p:nvPr/>
          </p:nvSpPr>
          <p:spPr>
            <a:xfrm>
              <a:off x="10691185" y="2970755"/>
              <a:ext cx="1245151" cy="3705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 ADVENTURER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sp>
          <p:nvSpPr>
            <p:cNvPr id="1189" name="Rectangle: Rounded Corners 1188">
              <a:extLst>
                <a:ext uri="{FF2B5EF4-FFF2-40B4-BE49-F238E27FC236}">
                  <a16:creationId xmlns:a16="http://schemas.microsoft.com/office/drawing/2014/main" id="{A6A4260B-924C-B885-2EAB-D724E21FB128}"/>
                </a:ext>
              </a:extLst>
            </p:cNvPr>
            <p:cNvSpPr/>
            <p:nvPr/>
          </p:nvSpPr>
          <p:spPr>
            <a:xfrm>
              <a:off x="6696185" y="2955465"/>
              <a:ext cx="1255635" cy="3705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BEAR HABITAT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sp>
          <p:nvSpPr>
            <p:cNvPr id="1185" name="Rectangle: Rounded Corners 1184">
              <a:extLst>
                <a:ext uri="{FF2B5EF4-FFF2-40B4-BE49-F238E27FC236}">
                  <a16:creationId xmlns:a16="http://schemas.microsoft.com/office/drawing/2014/main" id="{B9DFA542-58BC-5CC8-AA09-9789E1EEB03E}"/>
                </a:ext>
              </a:extLst>
            </p:cNvPr>
            <p:cNvSpPr/>
            <p:nvPr/>
          </p:nvSpPr>
          <p:spPr>
            <a:xfrm>
              <a:off x="568665" y="2930732"/>
              <a:ext cx="1255635" cy="3705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MOUNTAIN LION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sp>
          <p:nvSpPr>
            <p:cNvPr id="1181" name="Rectangle: Rounded Corners 1180">
              <a:extLst>
                <a:ext uri="{FF2B5EF4-FFF2-40B4-BE49-F238E27FC236}">
                  <a16:creationId xmlns:a16="http://schemas.microsoft.com/office/drawing/2014/main" id="{EDE50E63-C582-2AAD-529F-5503EF6AA8D8}"/>
                </a:ext>
              </a:extLst>
            </p:cNvPr>
            <p:cNvSpPr/>
            <p:nvPr/>
          </p:nvSpPr>
          <p:spPr>
            <a:xfrm>
              <a:off x="2609972" y="2930732"/>
              <a:ext cx="1421971" cy="3705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TIGERS IN THE WILD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sp>
          <p:nvSpPr>
            <p:cNvPr id="1177" name="Rectangle: Rounded Corners 1176">
              <a:extLst>
                <a:ext uri="{FF2B5EF4-FFF2-40B4-BE49-F238E27FC236}">
                  <a16:creationId xmlns:a16="http://schemas.microsoft.com/office/drawing/2014/main" id="{B48DC386-8425-6009-AA11-079C7713EA89}"/>
                </a:ext>
              </a:extLst>
            </p:cNvPr>
            <p:cNvSpPr/>
            <p:nvPr/>
          </p:nvSpPr>
          <p:spPr>
            <a:xfrm>
              <a:off x="4639161" y="2945027"/>
              <a:ext cx="1498771" cy="3705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PAWS ON THE PATH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Outdoors</a:t>
              </a:r>
            </a:p>
          </p:txBody>
        </p:sp>
        <p:pic>
          <p:nvPicPr>
            <p:cNvPr id="1392" name="Picture 1391">
              <a:extLst>
                <a:ext uri="{FF2B5EF4-FFF2-40B4-BE49-F238E27FC236}">
                  <a16:creationId xmlns:a16="http://schemas.microsoft.com/office/drawing/2014/main" id="{0DF3D0A4-BA07-160F-F9B1-E7E80EBFA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5574" y="2854151"/>
              <a:ext cx="445047" cy="512108"/>
            </a:xfrm>
            <a:prstGeom prst="rect">
              <a:avLst/>
            </a:prstGeom>
          </p:spPr>
        </p:pic>
        <p:pic>
          <p:nvPicPr>
            <p:cNvPr id="1398" name="Picture 1397" descr="A picture containing text, device&#10;&#10;Description automatically generated">
              <a:extLst>
                <a:ext uri="{FF2B5EF4-FFF2-40B4-BE49-F238E27FC236}">
                  <a16:creationId xmlns:a16="http://schemas.microsoft.com/office/drawing/2014/main" id="{77F05C86-29C0-734D-F020-CBB3B27820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06" r="7189"/>
            <a:stretch/>
          </p:blipFill>
          <p:spPr>
            <a:xfrm>
              <a:off x="2146880" y="2841607"/>
              <a:ext cx="445225" cy="533818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07" name="Picture 1406" descr="A picture containing text, display&#10;&#10;Description automatically generated">
              <a:extLst>
                <a:ext uri="{FF2B5EF4-FFF2-40B4-BE49-F238E27FC236}">
                  <a16:creationId xmlns:a16="http://schemas.microsoft.com/office/drawing/2014/main" id="{A8CB3454-2EC7-9F28-1972-C882453E2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60" r="6727"/>
            <a:stretch/>
          </p:blipFill>
          <p:spPr>
            <a:xfrm>
              <a:off x="4194842" y="2866949"/>
              <a:ext cx="429740" cy="513959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42" name="Picture 144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BA1C7C-9EB0-F704-A98D-E5D529093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0548" y="2888512"/>
              <a:ext cx="507646" cy="506045"/>
            </a:xfrm>
            <a:prstGeom prst="rect">
              <a:avLst/>
            </a:prstGeom>
          </p:spPr>
        </p:pic>
        <p:grpSp>
          <p:nvGrpSpPr>
            <p:cNvPr id="1201" name="Group 1200">
              <a:extLst>
                <a:ext uri="{FF2B5EF4-FFF2-40B4-BE49-F238E27FC236}">
                  <a16:creationId xmlns:a16="http://schemas.microsoft.com/office/drawing/2014/main" id="{47777743-A8E4-2DAC-65B7-65AF27ED7CB1}"/>
                </a:ext>
              </a:extLst>
            </p:cNvPr>
            <p:cNvGrpSpPr/>
            <p:nvPr/>
          </p:nvGrpSpPr>
          <p:grpSpPr>
            <a:xfrm>
              <a:off x="578669" y="3480461"/>
              <a:ext cx="11507757" cy="438763"/>
              <a:chOff x="555242" y="2407322"/>
              <a:chExt cx="11507757" cy="431503"/>
            </a:xfrm>
          </p:grpSpPr>
          <p:sp>
            <p:nvSpPr>
              <p:cNvPr id="1228" name="Rectangle: Rounded Corners 1227">
                <a:extLst>
                  <a:ext uri="{FF2B5EF4-FFF2-40B4-BE49-F238E27FC236}">
                    <a16:creationId xmlns:a16="http://schemas.microsoft.com/office/drawing/2014/main" id="{F136E498-FB05-30B4-AA91-BB6DFAB7D554}"/>
                  </a:ext>
                </a:extLst>
              </p:cNvPr>
              <p:cNvSpPr/>
              <p:nvPr/>
            </p:nvSpPr>
            <p:spPr>
              <a:xfrm>
                <a:off x="8690721" y="2474405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STRONGER, FASTER, HIGHER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  <p:sp>
            <p:nvSpPr>
              <p:cNvPr id="1224" name="Rectangle: Rounded Corners 1223">
                <a:extLst>
                  <a:ext uri="{FF2B5EF4-FFF2-40B4-BE49-F238E27FC236}">
                    <a16:creationId xmlns:a16="http://schemas.microsoft.com/office/drawing/2014/main" id="{C118B1E9-40F1-C857-1A8D-50D8E6BB7CE3}"/>
                  </a:ext>
                </a:extLst>
              </p:cNvPr>
              <p:cNvSpPr/>
              <p:nvPr/>
            </p:nvSpPr>
            <p:spPr>
              <a:xfrm>
                <a:off x="10681723" y="2428602"/>
                <a:ext cx="1381276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  <p:sp>
            <p:nvSpPr>
              <p:cNvPr id="1220" name="Rectangle: Rounded Corners 1219">
                <a:extLst>
                  <a:ext uri="{FF2B5EF4-FFF2-40B4-BE49-F238E27FC236}">
                    <a16:creationId xmlns:a16="http://schemas.microsoft.com/office/drawing/2014/main" id="{9ADEC59F-2927-7B05-3B72-ECD8E587D7C8}"/>
                  </a:ext>
                </a:extLst>
              </p:cNvPr>
              <p:cNvSpPr/>
              <p:nvPr/>
            </p:nvSpPr>
            <p:spPr>
              <a:xfrm>
                <a:off x="6682762" y="2431648"/>
                <a:ext cx="140442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BEAR STRONG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  <p:sp>
            <p:nvSpPr>
              <p:cNvPr id="1216" name="Rectangle: Rounded Corners 1215">
                <a:extLst>
                  <a:ext uri="{FF2B5EF4-FFF2-40B4-BE49-F238E27FC236}">
                    <a16:creationId xmlns:a16="http://schemas.microsoft.com/office/drawing/2014/main" id="{705F8EF2-36D1-003D-87DA-68FDC04105B0}"/>
                  </a:ext>
                </a:extLst>
              </p:cNvPr>
              <p:cNvSpPr/>
              <p:nvPr/>
            </p:nvSpPr>
            <p:spPr>
              <a:xfrm>
                <a:off x="555242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FUN ON THE RUN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  <p:sp>
            <p:nvSpPr>
              <p:cNvPr id="1212" name="Rectangle: Rounded Corners 1211">
                <a:extLst>
                  <a:ext uri="{FF2B5EF4-FFF2-40B4-BE49-F238E27FC236}">
                    <a16:creationId xmlns:a16="http://schemas.microsoft.com/office/drawing/2014/main" id="{408C3227-A88D-513E-C5F8-1686B4C0EE95}"/>
                  </a:ext>
                </a:extLst>
              </p:cNvPr>
              <p:cNvSpPr/>
              <p:nvPr/>
            </p:nvSpPr>
            <p:spPr>
              <a:xfrm>
                <a:off x="2596549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TIGER BITES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  <p:sp>
            <p:nvSpPr>
              <p:cNvPr id="1208" name="Rectangle: Rounded Corners 1207">
                <a:extLst>
                  <a:ext uri="{FF2B5EF4-FFF2-40B4-BE49-F238E27FC236}">
                    <a16:creationId xmlns:a16="http://schemas.microsoft.com/office/drawing/2014/main" id="{B316666F-19DB-4BBB-5B81-D59A4E348E18}"/>
                  </a:ext>
                </a:extLst>
              </p:cNvPr>
              <p:cNvSpPr/>
              <p:nvPr/>
            </p:nvSpPr>
            <p:spPr>
              <a:xfrm>
                <a:off x="4625738" y="2421383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RUNNING WITH THE PACK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Fitness</a:t>
                </a:r>
              </a:p>
            </p:txBody>
          </p:sp>
        </p:grpSp>
        <p:pic>
          <p:nvPicPr>
            <p:cNvPr id="1393" name="Picture 1392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644C0D37-CD30-E627-5C50-C647DD758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74" y="3411852"/>
              <a:ext cx="449087" cy="524988"/>
            </a:xfrm>
            <a:prstGeom prst="rect">
              <a:avLst/>
            </a:prstGeom>
          </p:spPr>
        </p:pic>
        <p:pic>
          <p:nvPicPr>
            <p:cNvPr id="1399" name="Picture 1398" descr="Icon&#10;&#10;Description automatically generated">
              <a:extLst>
                <a:ext uri="{FF2B5EF4-FFF2-40B4-BE49-F238E27FC236}">
                  <a16:creationId xmlns:a16="http://schemas.microsoft.com/office/drawing/2014/main" id="{4EA3F013-9E15-DD81-0D2D-F495E60DD0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43" r="6541"/>
            <a:stretch/>
          </p:blipFill>
          <p:spPr>
            <a:xfrm>
              <a:off x="2164284" y="3401312"/>
              <a:ext cx="445823" cy="53381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08" name="Picture 1407" descr="Icon&#10;&#10;Description automatically generated">
              <a:extLst>
                <a:ext uri="{FF2B5EF4-FFF2-40B4-BE49-F238E27FC236}">
                  <a16:creationId xmlns:a16="http://schemas.microsoft.com/office/drawing/2014/main" id="{323449BF-7A3B-5FE1-69C1-EFD2229D8A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69" r="7687"/>
            <a:stretch/>
          </p:blipFill>
          <p:spPr>
            <a:xfrm>
              <a:off x="4202221" y="3410641"/>
              <a:ext cx="431555" cy="533818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430" name="Picture 1429" descr="Icon&#10;&#10;Description automatically generated">
              <a:extLst>
                <a:ext uri="{FF2B5EF4-FFF2-40B4-BE49-F238E27FC236}">
                  <a16:creationId xmlns:a16="http://schemas.microsoft.com/office/drawing/2014/main" id="{9952C5C8-B83E-9E7A-1720-4FA82C2A7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5195" y="3453836"/>
              <a:ext cx="484642" cy="486152"/>
            </a:xfrm>
            <a:prstGeom prst="rect">
              <a:avLst/>
            </a:prstGeom>
            <a:noFill/>
          </p:spPr>
        </p:pic>
        <p:grpSp>
          <p:nvGrpSpPr>
            <p:cNvPr id="1263" name="Group 1262">
              <a:extLst>
                <a:ext uri="{FF2B5EF4-FFF2-40B4-BE49-F238E27FC236}">
                  <a16:creationId xmlns:a16="http://schemas.microsoft.com/office/drawing/2014/main" id="{890B2347-F3A2-5FC3-7FBC-6F7C3C24790F}"/>
                </a:ext>
              </a:extLst>
            </p:cNvPr>
            <p:cNvGrpSpPr/>
            <p:nvPr/>
          </p:nvGrpSpPr>
          <p:grpSpPr>
            <a:xfrm>
              <a:off x="585512" y="4492135"/>
              <a:ext cx="11403715" cy="569852"/>
              <a:chOff x="555242" y="2329606"/>
              <a:chExt cx="11403715" cy="560422"/>
            </a:xfrm>
          </p:grpSpPr>
          <p:grpSp>
            <p:nvGrpSpPr>
              <p:cNvPr id="1264" name="Group 1263">
                <a:extLst>
                  <a:ext uri="{FF2B5EF4-FFF2-40B4-BE49-F238E27FC236}">
                    <a16:creationId xmlns:a16="http://schemas.microsoft.com/office/drawing/2014/main" id="{2C5C5F8A-58F1-A6EF-8BCA-63616A0A5ED7}"/>
                  </a:ext>
                </a:extLst>
              </p:cNvPr>
              <p:cNvGrpSpPr/>
              <p:nvPr/>
            </p:nvGrpSpPr>
            <p:grpSpPr>
              <a:xfrm>
                <a:off x="8183430" y="2329606"/>
                <a:ext cx="1813693" cy="560422"/>
                <a:chOff x="8030512" y="2291558"/>
                <a:chExt cx="1813693" cy="560422"/>
              </a:xfrm>
            </p:grpSpPr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68D21403-2900-12ED-310F-5A48732ED13A}"/>
                    </a:ext>
                  </a:extLst>
                </p:cNvPr>
                <p:cNvSpPr/>
                <p:nvPr/>
              </p:nvSpPr>
              <p:spPr>
                <a:xfrm>
                  <a:off x="8553624" y="2406967"/>
                  <a:ext cx="1290581" cy="36442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MY SAFETY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Safety/First Aid</a:t>
                  </a:r>
                </a:p>
              </p:txBody>
            </p:sp>
            <p:pic>
              <p:nvPicPr>
                <p:cNvPr id="1292" name="Picture 1291" descr="Icon&#10;&#10;Description automatically generated">
                  <a:extLst>
                    <a:ext uri="{FF2B5EF4-FFF2-40B4-BE49-F238E27FC236}">
                      <a16:creationId xmlns:a16="http://schemas.microsoft.com/office/drawing/2014/main" id="{1985EE36-CC4C-AA3D-996A-6E5F3E9349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30512" y="2291558"/>
                  <a:ext cx="579921" cy="560422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1286" name="Rectangle: Rounded Corners 1285">
                <a:extLst>
                  <a:ext uri="{FF2B5EF4-FFF2-40B4-BE49-F238E27FC236}">
                    <a16:creationId xmlns:a16="http://schemas.microsoft.com/office/drawing/2014/main" id="{0CC43328-DEF4-C2F0-8EBA-792D81483D8D}"/>
                  </a:ext>
                </a:extLst>
              </p:cNvPr>
              <p:cNvSpPr/>
              <p:nvPr/>
            </p:nvSpPr>
            <p:spPr>
              <a:xfrm>
                <a:off x="10703322" y="2435145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FIRST AID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Safety/First Aid</a:t>
                </a:r>
              </a:p>
            </p:txBody>
          </p:sp>
          <p:sp>
            <p:nvSpPr>
              <p:cNvPr id="1282" name="Rectangle: Rounded Corners 1281">
                <a:extLst>
                  <a:ext uri="{FF2B5EF4-FFF2-40B4-BE49-F238E27FC236}">
                    <a16:creationId xmlns:a16="http://schemas.microsoft.com/office/drawing/2014/main" id="{4F53507C-7E86-0FCD-9C74-20AA9F2CDAA6}"/>
                  </a:ext>
                </a:extLst>
              </p:cNvPr>
              <p:cNvSpPr/>
              <p:nvPr/>
            </p:nvSpPr>
            <p:spPr>
              <a:xfrm>
                <a:off x="6682762" y="2431648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STANDING TALL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Safety</a:t>
                </a:r>
              </a:p>
            </p:txBody>
          </p:sp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51C5B942-9AB4-8608-C3A8-8FCFC0123560}"/>
                  </a:ext>
                </a:extLst>
              </p:cNvPr>
              <p:cNvSpPr/>
              <p:nvPr/>
            </p:nvSpPr>
            <p:spPr>
              <a:xfrm>
                <a:off x="555242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LION ROAR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Safety</a:t>
                </a:r>
              </a:p>
            </p:txBody>
          </p:sp>
          <p:sp>
            <p:nvSpPr>
              <p:cNvPr id="1274" name="Rectangle: Rounded Corners 1273">
                <a:extLst>
                  <a:ext uri="{FF2B5EF4-FFF2-40B4-BE49-F238E27FC236}">
                    <a16:creationId xmlns:a16="http://schemas.microsoft.com/office/drawing/2014/main" id="{05C2DBBE-78A9-DFB6-84EA-7D8693E6FE6C}"/>
                  </a:ext>
                </a:extLst>
              </p:cNvPr>
              <p:cNvSpPr/>
              <p:nvPr/>
            </p:nvSpPr>
            <p:spPr>
              <a:xfrm>
                <a:off x="2596549" y="2407322"/>
                <a:ext cx="1255635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TIGER ROAR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Safety</a:t>
                </a:r>
              </a:p>
            </p:txBody>
          </p:sp>
          <p:sp>
            <p:nvSpPr>
              <p:cNvPr id="1270" name="Rectangle: Rounded Corners 1269">
                <a:extLst>
                  <a:ext uri="{FF2B5EF4-FFF2-40B4-BE49-F238E27FC236}">
                    <a16:creationId xmlns:a16="http://schemas.microsoft.com/office/drawing/2014/main" id="{AE0DB833-6885-9509-E568-4F5276DE83CF}"/>
                  </a:ext>
                </a:extLst>
              </p:cNvPr>
              <p:cNvSpPr/>
              <p:nvPr/>
            </p:nvSpPr>
            <p:spPr>
              <a:xfrm>
                <a:off x="4625738" y="2421383"/>
                <a:ext cx="1466299" cy="36442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SAFETY IN NUMBERS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Personal Safety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D78121-F127-A387-7F85-C01AE89719DB}"/>
                </a:ext>
              </a:extLst>
            </p:cNvPr>
            <p:cNvSpPr txBox="1"/>
            <p:nvPr/>
          </p:nvSpPr>
          <p:spPr>
            <a:xfrm>
              <a:off x="697656" y="6001643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B44B66-A336-7511-9B31-811A844636EE}"/>
                </a:ext>
              </a:extLst>
            </p:cNvPr>
            <p:cNvSpPr txBox="1"/>
            <p:nvPr/>
          </p:nvSpPr>
          <p:spPr>
            <a:xfrm>
              <a:off x="2735759" y="6001643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pic>
          <p:nvPicPr>
            <p:cNvPr id="49" name="Picture 48" descr="Icon&#10;&#10;Description automatically generated">
              <a:extLst>
                <a:ext uri="{FF2B5EF4-FFF2-40B4-BE49-F238E27FC236}">
                  <a16:creationId xmlns:a16="http://schemas.microsoft.com/office/drawing/2014/main" id="{3EF5A929-830E-6467-763A-4FF9FDA745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38" r="6676"/>
            <a:stretch/>
          </p:blipFill>
          <p:spPr>
            <a:xfrm>
              <a:off x="2155560" y="5703651"/>
              <a:ext cx="448333" cy="533818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405" name="Rectangle 1404">
              <a:extLst>
                <a:ext uri="{FF2B5EF4-FFF2-40B4-BE49-F238E27FC236}">
                  <a16:creationId xmlns:a16="http://schemas.microsoft.com/office/drawing/2014/main" id="{6D970886-BD28-C8E7-BA0F-72D68B4CBABE}"/>
                </a:ext>
              </a:extLst>
            </p:cNvPr>
            <p:cNvSpPr/>
            <p:nvPr/>
          </p:nvSpPr>
          <p:spPr>
            <a:xfrm>
              <a:off x="2211992" y="5812420"/>
              <a:ext cx="338421" cy="3216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" name="Picture 49" descr="Icon&#10;&#10;Description automatically generated">
              <a:extLst>
                <a:ext uri="{FF2B5EF4-FFF2-40B4-BE49-F238E27FC236}">
                  <a16:creationId xmlns:a16="http://schemas.microsoft.com/office/drawing/2014/main" id="{29D337B5-24B0-EFE0-E8E9-B55407CC71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38" r="6676"/>
            <a:stretch/>
          </p:blipFill>
          <p:spPr>
            <a:xfrm>
              <a:off x="2155266" y="6278741"/>
              <a:ext cx="448333" cy="533818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D51E98A-7452-FCB4-4A0F-C3C61CF4CC59}"/>
                </a:ext>
              </a:extLst>
            </p:cNvPr>
            <p:cNvSpPr/>
            <p:nvPr/>
          </p:nvSpPr>
          <p:spPr>
            <a:xfrm>
              <a:off x="2211698" y="6387510"/>
              <a:ext cx="338421" cy="3216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B32B70E-9959-B656-7412-76A0B52790AE}"/>
                </a:ext>
              </a:extLst>
            </p:cNvPr>
            <p:cNvGrpSpPr/>
            <p:nvPr/>
          </p:nvGrpSpPr>
          <p:grpSpPr>
            <a:xfrm>
              <a:off x="103662" y="5716346"/>
              <a:ext cx="434423" cy="504541"/>
              <a:chOff x="121089" y="5066202"/>
              <a:chExt cx="434423" cy="504541"/>
            </a:xfrm>
          </p:grpSpPr>
          <p:pic>
            <p:nvPicPr>
              <p:cNvPr id="56" name="Picture 55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A7D7E4DD-B41A-8FCD-752A-099A18D7C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089" y="5066202"/>
                <a:ext cx="434423" cy="504541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E9B9819-3ABD-2AF4-14AF-5FEF4DD048C6}"/>
                  </a:ext>
                </a:extLst>
              </p:cNvPr>
              <p:cNvSpPr/>
              <p:nvPr/>
            </p:nvSpPr>
            <p:spPr>
              <a:xfrm>
                <a:off x="175115" y="5165349"/>
                <a:ext cx="315861" cy="3123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DC81DC1-EEBA-B355-7E2F-D24A0C18F64F}"/>
                </a:ext>
              </a:extLst>
            </p:cNvPr>
            <p:cNvGrpSpPr/>
            <p:nvPr/>
          </p:nvGrpSpPr>
          <p:grpSpPr>
            <a:xfrm>
              <a:off x="108918" y="6253128"/>
              <a:ext cx="434423" cy="504541"/>
              <a:chOff x="121089" y="5066202"/>
              <a:chExt cx="434423" cy="504541"/>
            </a:xfrm>
          </p:grpSpPr>
          <p:pic>
            <p:nvPicPr>
              <p:cNvPr id="60" name="Picture 59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650A86FE-CA92-F5F3-42CC-29EE99E6B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1089" y="5066202"/>
                <a:ext cx="434423" cy="504541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591BCC3-65B7-DD37-A973-4FB65E106F77}"/>
                  </a:ext>
                </a:extLst>
              </p:cNvPr>
              <p:cNvSpPr/>
              <p:nvPr/>
            </p:nvSpPr>
            <p:spPr>
              <a:xfrm>
                <a:off x="175115" y="5165349"/>
                <a:ext cx="315861" cy="3123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9509826-6701-F603-48A2-1F1C0F3D81BE}"/>
                </a:ext>
              </a:extLst>
            </p:cNvPr>
            <p:cNvSpPr txBox="1"/>
            <p:nvPr/>
          </p:nvSpPr>
          <p:spPr>
            <a:xfrm>
              <a:off x="4753418" y="6012873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pic>
          <p:nvPicPr>
            <p:cNvPr id="63" name="Picture 62" descr="Icon&#10;&#10;Description automatically generated">
              <a:extLst>
                <a:ext uri="{FF2B5EF4-FFF2-40B4-BE49-F238E27FC236}">
                  <a16:creationId xmlns:a16="http://schemas.microsoft.com/office/drawing/2014/main" id="{5D2BE56C-5496-C6A8-5E75-60C410F16C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15" r="9144"/>
            <a:stretch/>
          </p:blipFill>
          <p:spPr>
            <a:xfrm>
              <a:off x="4200221" y="5726804"/>
              <a:ext cx="416537" cy="512429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345" name="Rectangle 1344">
              <a:extLst>
                <a:ext uri="{FF2B5EF4-FFF2-40B4-BE49-F238E27FC236}">
                  <a16:creationId xmlns:a16="http://schemas.microsoft.com/office/drawing/2014/main" id="{4196AABD-EF6F-3F08-26BB-DDA0FD836346}"/>
                </a:ext>
              </a:extLst>
            </p:cNvPr>
            <p:cNvSpPr/>
            <p:nvPr/>
          </p:nvSpPr>
          <p:spPr>
            <a:xfrm>
              <a:off x="4241165" y="5820883"/>
              <a:ext cx="332028" cy="320836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46" name="Picture 1345" descr="Icon&#10;&#10;Description automatically generated">
              <a:extLst>
                <a:ext uri="{FF2B5EF4-FFF2-40B4-BE49-F238E27FC236}">
                  <a16:creationId xmlns:a16="http://schemas.microsoft.com/office/drawing/2014/main" id="{4E9A840D-1174-F9C1-F967-01C0283F0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15" r="9144"/>
            <a:stretch/>
          </p:blipFill>
          <p:spPr>
            <a:xfrm>
              <a:off x="4200221" y="6271272"/>
              <a:ext cx="416537" cy="512429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347" name="Rectangle 1346">
              <a:extLst>
                <a:ext uri="{FF2B5EF4-FFF2-40B4-BE49-F238E27FC236}">
                  <a16:creationId xmlns:a16="http://schemas.microsoft.com/office/drawing/2014/main" id="{840E5C25-6ECE-D8B8-3798-8AA9146B1B95}"/>
                </a:ext>
              </a:extLst>
            </p:cNvPr>
            <p:cNvSpPr/>
            <p:nvPr/>
          </p:nvSpPr>
          <p:spPr>
            <a:xfrm>
              <a:off x="4247048" y="6369587"/>
              <a:ext cx="332028" cy="320836"/>
            </a:xfrm>
            <a:prstGeom prst="rect">
              <a:avLst/>
            </a:prstGeom>
            <a:solidFill>
              <a:srgbClr val="FF7C8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467498FB-6313-7B8B-005B-FC130BBCAE60}"/>
                </a:ext>
              </a:extLst>
            </p:cNvPr>
            <p:cNvSpPr txBox="1"/>
            <p:nvPr/>
          </p:nvSpPr>
          <p:spPr>
            <a:xfrm>
              <a:off x="6840614" y="5994111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pic>
          <p:nvPicPr>
            <p:cNvPr id="1350" name="Picture 1349" descr="Icon&#10;&#10;Description automatically generated">
              <a:extLst>
                <a:ext uri="{FF2B5EF4-FFF2-40B4-BE49-F238E27FC236}">
                  <a16:creationId xmlns:a16="http://schemas.microsoft.com/office/drawing/2014/main" id="{3C0CBE74-24D2-6667-08EC-DD2540BCA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82" r="13778"/>
            <a:stretch/>
          </p:blipFill>
          <p:spPr>
            <a:xfrm>
              <a:off x="6274900" y="5708461"/>
              <a:ext cx="422529" cy="55786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351" name="Rectangle 1350">
              <a:extLst>
                <a:ext uri="{FF2B5EF4-FFF2-40B4-BE49-F238E27FC236}">
                  <a16:creationId xmlns:a16="http://schemas.microsoft.com/office/drawing/2014/main" id="{DFD6CD82-1F2C-82ED-794F-0F560518BBE3}"/>
                </a:ext>
              </a:extLst>
            </p:cNvPr>
            <p:cNvSpPr/>
            <p:nvPr/>
          </p:nvSpPr>
          <p:spPr>
            <a:xfrm>
              <a:off x="6315571" y="5812420"/>
              <a:ext cx="342162" cy="35705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53" name="Picture 1352" descr="Icon&#10;&#10;Description automatically generated">
              <a:extLst>
                <a:ext uri="{FF2B5EF4-FFF2-40B4-BE49-F238E27FC236}">
                  <a16:creationId xmlns:a16="http://schemas.microsoft.com/office/drawing/2014/main" id="{EEAE8B1E-6545-1908-6DF5-5752324AEE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82" r="13778"/>
            <a:stretch/>
          </p:blipFill>
          <p:spPr>
            <a:xfrm>
              <a:off x="6272948" y="6278824"/>
              <a:ext cx="422529" cy="55786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354" name="Rectangle 1353">
              <a:extLst>
                <a:ext uri="{FF2B5EF4-FFF2-40B4-BE49-F238E27FC236}">
                  <a16:creationId xmlns:a16="http://schemas.microsoft.com/office/drawing/2014/main" id="{01A33D23-3D1F-8528-4420-1DAE3B967FB8}"/>
                </a:ext>
              </a:extLst>
            </p:cNvPr>
            <p:cNvSpPr/>
            <p:nvPr/>
          </p:nvSpPr>
          <p:spPr>
            <a:xfrm>
              <a:off x="6313619" y="6382783"/>
              <a:ext cx="342162" cy="35705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5" name="TextBox 1354">
              <a:extLst>
                <a:ext uri="{FF2B5EF4-FFF2-40B4-BE49-F238E27FC236}">
                  <a16:creationId xmlns:a16="http://schemas.microsoft.com/office/drawing/2014/main" id="{83502E2F-1256-5AE9-A39C-199A3F501A6D}"/>
                </a:ext>
              </a:extLst>
            </p:cNvPr>
            <p:cNvSpPr txBox="1"/>
            <p:nvPr/>
          </p:nvSpPr>
          <p:spPr>
            <a:xfrm>
              <a:off x="8800582" y="6023461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sp>
          <p:nvSpPr>
            <p:cNvPr id="1357" name="TextBox 1356">
              <a:extLst>
                <a:ext uri="{FF2B5EF4-FFF2-40B4-BE49-F238E27FC236}">
                  <a16:creationId xmlns:a16="http://schemas.microsoft.com/office/drawing/2014/main" id="{AAD8D972-02CE-39D9-C30C-EF99CE3D28D8}"/>
                </a:ext>
              </a:extLst>
            </p:cNvPr>
            <p:cNvSpPr txBox="1"/>
            <p:nvPr/>
          </p:nvSpPr>
          <p:spPr>
            <a:xfrm>
              <a:off x="10778040" y="6001643"/>
              <a:ext cx="104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Elective Adventures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0B0B6E9-63D4-5783-2676-DC92AE33BBE5}"/>
                </a:ext>
              </a:extLst>
            </p:cNvPr>
            <p:cNvCxnSpPr>
              <a:cxnSpLocks/>
            </p:cNvCxnSpPr>
            <p:nvPr/>
          </p:nvCxnSpPr>
          <p:spPr>
            <a:xfrm>
              <a:off x="105573" y="2256728"/>
              <a:ext cx="11830763" cy="0"/>
            </a:xfrm>
            <a:prstGeom prst="line">
              <a:avLst/>
            </a:prstGeom>
            <a:ln>
              <a:prstDash val="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360" name="Picture 1359">
              <a:extLst>
                <a:ext uri="{FF2B5EF4-FFF2-40B4-BE49-F238E27FC236}">
                  <a16:creationId xmlns:a16="http://schemas.microsoft.com/office/drawing/2014/main" id="{EB5D0B0E-0CEE-5AAC-287C-3C183D477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5384" t="56147" r="76537" b="27097"/>
            <a:stretch/>
          </p:blipFill>
          <p:spPr>
            <a:xfrm>
              <a:off x="6244581" y="4536221"/>
              <a:ext cx="444918" cy="519037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5E25DF26-89E7-5840-E9FA-3AEE2CB45BB9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23427" t="50982" r="68693" b="31662"/>
          <a:stretch/>
        </p:blipFill>
        <p:spPr>
          <a:xfrm>
            <a:off x="4193017" y="4520615"/>
            <a:ext cx="415405" cy="5146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FAF1D81-5450-72F8-BB66-B314454EDBB2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14284" t="50942" r="77770" b="31162"/>
          <a:stretch/>
        </p:blipFill>
        <p:spPr>
          <a:xfrm>
            <a:off x="2146159" y="4515357"/>
            <a:ext cx="436419" cy="5528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DF37FC4-83AA-B645-BB4D-F813CB6F0784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5710" t="51138" r="86659" b="31162"/>
          <a:stretch/>
        </p:blipFill>
        <p:spPr>
          <a:xfrm>
            <a:off x="112293" y="5060496"/>
            <a:ext cx="439939" cy="574036"/>
          </a:xfrm>
          <a:prstGeom prst="rect">
            <a:avLst/>
          </a:prstGeom>
        </p:spPr>
      </p:pic>
      <p:pic>
        <p:nvPicPr>
          <p:cNvPr id="39" name="Picture 38" descr="A close-up of a sign&#10;&#10;Description automatically generated">
            <a:extLst>
              <a:ext uri="{FF2B5EF4-FFF2-40B4-BE49-F238E27FC236}">
                <a16:creationId xmlns:a16="http://schemas.microsoft.com/office/drawing/2014/main" id="{FB053F36-1724-8980-CB26-063EE97B9751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3" t="2293" r="21484" b="8867"/>
          <a:stretch/>
        </p:blipFill>
        <p:spPr>
          <a:xfrm>
            <a:off x="4195846" y="2321756"/>
            <a:ext cx="423213" cy="509616"/>
          </a:xfrm>
          <a:prstGeom prst="rect">
            <a:avLst/>
          </a:prstGeom>
        </p:spPr>
      </p:pic>
      <p:pic>
        <p:nvPicPr>
          <p:cNvPr id="40" name="Picture 39" descr="A close-up of a sign&#10;&#10;Description automatically generated">
            <a:extLst>
              <a:ext uri="{FF2B5EF4-FFF2-40B4-BE49-F238E27FC236}">
                <a16:creationId xmlns:a16="http://schemas.microsoft.com/office/drawing/2014/main" id="{1AEEF275-0F2F-0C23-FB0C-7F25146E8FDF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3" t="13487" r="22894" b="20840"/>
          <a:stretch/>
        </p:blipFill>
        <p:spPr>
          <a:xfrm>
            <a:off x="2178864" y="2384745"/>
            <a:ext cx="371008" cy="355237"/>
          </a:xfrm>
          <a:prstGeom prst="rect">
            <a:avLst/>
          </a:prstGeom>
        </p:spPr>
      </p:pic>
      <p:pic>
        <p:nvPicPr>
          <p:cNvPr id="52" name="Picture 51" descr="A close-up of a sign&#10;&#10;Description automatically generated">
            <a:extLst>
              <a:ext uri="{FF2B5EF4-FFF2-40B4-BE49-F238E27FC236}">
                <a16:creationId xmlns:a16="http://schemas.microsoft.com/office/drawing/2014/main" id="{6A49A02B-2527-B550-B6C9-C2AAEF94AEF4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3" t="13487" r="22894" b="20840"/>
          <a:stretch/>
        </p:blipFill>
        <p:spPr>
          <a:xfrm>
            <a:off x="6280888" y="2396243"/>
            <a:ext cx="385710" cy="369314"/>
          </a:xfrm>
          <a:prstGeom prst="rect">
            <a:avLst/>
          </a:prstGeom>
        </p:spPr>
      </p:pic>
      <p:pic>
        <p:nvPicPr>
          <p:cNvPr id="53" name="Picture 52" descr="A close-up of a sign&#10;&#10;Description automatically generated">
            <a:extLst>
              <a:ext uri="{FF2B5EF4-FFF2-40B4-BE49-F238E27FC236}">
                <a16:creationId xmlns:a16="http://schemas.microsoft.com/office/drawing/2014/main" id="{6BD089F4-0103-0D8E-841E-AD4A90F61C1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73" t="13487" r="22894" b="20840"/>
          <a:stretch/>
        </p:blipFill>
        <p:spPr>
          <a:xfrm>
            <a:off x="149546" y="2398325"/>
            <a:ext cx="365431" cy="349897"/>
          </a:xfrm>
          <a:prstGeom prst="rect">
            <a:avLst/>
          </a:prstGeom>
        </p:spPr>
      </p:pic>
      <p:pic>
        <p:nvPicPr>
          <p:cNvPr id="1348" name="Picture 2" descr="2023_2024_loops_pins_Webelos_Walkabout.ai">
            <a:extLst>
              <a:ext uri="{FF2B5EF4-FFF2-40B4-BE49-F238E27FC236}">
                <a16:creationId xmlns:a16="http://schemas.microsoft.com/office/drawing/2014/main" id="{44241488-4065-A756-5932-3B765708A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0" t="35093" r="21969" b="34665"/>
          <a:stretch/>
        </p:blipFill>
        <p:spPr bwMode="auto">
          <a:xfrm>
            <a:off x="8197108" y="2850789"/>
            <a:ext cx="539093" cy="57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6" name="Picture 6" descr="2023_2024_loops_pins_My_Community.ai">
            <a:extLst>
              <a:ext uri="{FF2B5EF4-FFF2-40B4-BE49-F238E27FC236}">
                <a16:creationId xmlns:a16="http://schemas.microsoft.com/office/drawing/2014/main" id="{D08B1892-3B12-BA72-CAE3-60004C948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8" t="34750" r="22114" b="35621"/>
          <a:stretch/>
        </p:blipFill>
        <p:spPr bwMode="auto">
          <a:xfrm>
            <a:off x="8214690" y="3936249"/>
            <a:ext cx="534094" cy="5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9" name="Picture 8" descr="2023_2024_loops_pins_Webelos_Bobcat_edit.ai">
            <a:extLst>
              <a:ext uri="{FF2B5EF4-FFF2-40B4-BE49-F238E27FC236}">
                <a16:creationId xmlns:a16="http://schemas.microsoft.com/office/drawing/2014/main" id="{D855C22C-3985-4CDE-A59A-DBD9F8113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7" t="36275" r="22985" b="36056"/>
          <a:stretch/>
        </p:blipFill>
        <p:spPr bwMode="auto">
          <a:xfrm>
            <a:off x="8184358" y="2317214"/>
            <a:ext cx="543189" cy="543189"/>
          </a:xfrm>
          <a:prstGeom prst="rect">
            <a:avLst/>
          </a:prstGeom>
          <a:noFill/>
        </p:spPr>
      </p:pic>
      <p:pic>
        <p:nvPicPr>
          <p:cNvPr id="1361" name="Picture 10" descr="2023_2024_loops_pins_AOL_Bobcat_edit.ai">
            <a:extLst>
              <a:ext uri="{FF2B5EF4-FFF2-40B4-BE49-F238E27FC236}">
                <a16:creationId xmlns:a16="http://schemas.microsoft.com/office/drawing/2014/main" id="{D56CC38A-D117-511D-2345-42460584A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0" t="37146" r="26035" b="37800"/>
          <a:stretch/>
        </p:blipFill>
        <p:spPr bwMode="auto">
          <a:xfrm>
            <a:off x="10222550" y="2315538"/>
            <a:ext cx="488576" cy="51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2" name="Picture 12" descr="2023_2024_loops_pins_Personal_Fitness.ai">
            <a:extLst>
              <a:ext uri="{FF2B5EF4-FFF2-40B4-BE49-F238E27FC236}">
                <a16:creationId xmlns:a16="http://schemas.microsoft.com/office/drawing/2014/main" id="{3FD76CFA-7A52-66C9-4628-9AE2CEC49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1" t="36710" r="26471" b="38236"/>
          <a:stretch/>
        </p:blipFill>
        <p:spPr bwMode="auto">
          <a:xfrm>
            <a:off x="10233547" y="3419749"/>
            <a:ext cx="484094" cy="5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3" name="Picture 14" descr="2023_2024_loops_pins_Citizenship.ai">
            <a:extLst>
              <a:ext uri="{FF2B5EF4-FFF2-40B4-BE49-F238E27FC236}">
                <a16:creationId xmlns:a16="http://schemas.microsoft.com/office/drawing/2014/main" id="{DE737FD1-8624-8FEC-1073-5C8499927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1" t="36493" r="25598" b="37582"/>
          <a:stretch/>
        </p:blipFill>
        <p:spPr bwMode="auto">
          <a:xfrm>
            <a:off x="10235348" y="3993497"/>
            <a:ext cx="493059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4" name="Picture 16" descr="2023_2024_loops_pins_First_Aid.ai">
            <a:extLst>
              <a:ext uri="{FF2B5EF4-FFF2-40B4-BE49-F238E27FC236}">
                <a16:creationId xmlns:a16="http://schemas.microsoft.com/office/drawing/2014/main" id="{196C1E65-ED9B-E9E4-5472-3136A0FD6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5" t="37364" r="25599" b="37364"/>
          <a:stretch/>
        </p:blipFill>
        <p:spPr bwMode="auto">
          <a:xfrm>
            <a:off x="10229174" y="4560924"/>
            <a:ext cx="497541" cy="51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5" name="Picture 18" descr="2023_2024_loops_pins_Bear_Habitat.ai">
            <a:extLst>
              <a:ext uri="{FF2B5EF4-FFF2-40B4-BE49-F238E27FC236}">
                <a16:creationId xmlns:a16="http://schemas.microsoft.com/office/drawing/2014/main" id="{05DFC0ED-ED1F-1CB0-407F-34C789060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8" t="29739" r="20806" b="29956"/>
          <a:stretch/>
        </p:blipFill>
        <p:spPr bwMode="auto">
          <a:xfrm>
            <a:off x="6259118" y="2861818"/>
            <a:ext cx="421104" cy="5604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366" name="Picture 20" descr="2023_2024_loops_pins_Bear_Strong.ai">
            <a:extLst>
              <a:ext uri="{FF2B5EF4-FFF2-40B4-BE49-F238E27FC236}">
                <a16:creationId xmlns:a16="http://schemas.microsoft.com/office/drawing/2014/main" id="{FB384629-95D9-D2DC-FDC9-7AA8FBBDB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3" t="30174" r="22043" b="31045"/>
          <a:stretch/>
        </p:blipFill>
        <p:spPr bwMode="auto">
          <a:xfrm>
            <a:off x="6265400" y="3449417"/>
            <a:ext cx="404437" cy="552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367" name="TextBox 1366">
            <a:extLst>
              <a:ext uri="{FF2B5EF4-FFF2-40B4-BE49-F238E27FC236}">
                <a16:creationId xmlns:a16="http://schemas.microsoft.com/office/drawing/2014/main" id="{CE3FFAB2-1CD5-3B97-33F5-AE5E9432DBEB}"/>
              </a:ext>
            </a:extLst>
          </p:cNvPr>
          <p:cNvSpPr txBox="1"/>
          <p:nvPr/>
        </p:nvSpPr>
        <p:spPr>
          <a:xfrm>
            <a:off x="11369301" y="6636034"/>
            <a:ext cx="1041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11/9/23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AFF072-18B5-5B75-7D8D-9D717AA19B98}"/>
              </a:ext>
            </a:extLst>
          </p:cNvPr>
          <p:cNvSpPr/>
          <p:nvPr/>
        </p:nvSpPr>
        <p:spPr>
          <a:xfrm rot="18858210">
            <a:off x="8381170" y="5846918"/>
            <a:ext cx="311219" cy="294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878DC-C4C7-A789-C1D3-329236E91958}"/>
              </a:ext>
            </a:extLst>
          </p:cNvPr>
          <p:cNvSpPr/>
          <p:nvPr/>
        </p:nvSpPr>
        <p:spPr>
          <a:xfrm rot="18858210">
            <a:off x="8381171" y="6392299"/>
            <a:ext cx="311219" cy="294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BDFC5F-7F30-7FB6-3135-7C18A6E99A83}"/>
              </a:ext>
            </a:extLst>
          </p:cNvPr>
          <p:cNvGrpSpPr/>
          <p:nvPr/>
        </p:nvGrpSpPr>
        <p:grpSpPr>
          <a:xfrm>
            <a:off x="10228054" y="5747013"/>
            <a:ext cx="507646" cy="506045"/>
            <a:chOff x="10228054" y="5747013"/>
            <a:chExt cx="507646" cy="506045"/>
          </a:xfrm>
        </p:grpSpPr>
        <p:pic>
          <p:nvPicPr>
            <p:cNvPr id="17" name="Picture 1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EE7958-59A5-A113-9F4C-86989A26F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054" y="5747013"/>
              <a:ext cx="507646" cy="506045"/>
            </a:xfrm>
            <a:prstGeom prst="rect">
              <a:avLst/>
            </a:prstGeom>
          </p:spPr>
        </p:pic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DA28B43-5237-B078-E728-720E6A800C35}"/>
                </a:ext>
              </a:extLst>
            </p:cNvPr>
            <p:cNvSpPr/>
            <p:nvPr/>
          </p:nvSpPr>
          <p:spPr>
            <a:xfrm>
              <a:off x="10305994" y="5811563"/>
              <a:ext cx="335532" cy="336262"/>
            </a:xfrm>
            <a:prstGeom prst="triangle">
              <a:avLst/>
            </a:prstGeom>
            <a:solidFill>
              <a:srgbClr val="ECD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7CB51A-B3A4-3CD2-6AEA-8DEAE0EF16C8}"/>
              </a:ext>
            </a:extLst>
          </p:cNvPr>
          <p:cNvGrpSpPr/>
          <p:nvPr/>
        </p:nvGrpSpPr>
        <p:grpSpPr>
          <a:xfrm>
            <a:off x="10228054" y="6316252"/>
            <a:ext cx="507646" cy="506045"/>
            <a:chOff x="10228054" y="5747013"/>
            <a:chExt cx="507646" cy="506045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76D73A9-8BF0-FEDA-251D-B89A2298D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054" y="5747013"/>
              <a:ext cx="507646" cy="506045"/>
            </a:xfrm>
            <a:prstGeom prst="rect">
              <a:avLst/>
            </a:prstGeom>
          </p:spPr>
        </p:pic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494CF98-BE89-A7CB-A9F5-A448A7C0F31E}"/>
                </a:ext>
              </a:extLst>
            </p:cNvPr>
            <p:cNvSpPr/>
            <p:nvPr/>
          </p:nvSpPr>
          <p:spPr>
            <a:xfrm>
              <a:off x="10305994" y="5811563"/>
              <a:ext cx="335532" cy="336262"/>
            </a:xfrm>
            <a:prstGeom prst="triangle">
              <a:avLst/>
            </a:prstGeom>
            <a:solidFill>
              <a:srgbClr val="ECDE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A yellow sign with a lion face&#10;&#10;Description automatically generated">
            <a:extLst>
              <a:ext uri="{FF2B5EF4-FFF2-40B4-BE49-F238E27FC236}">
                <a16:creationId xmlns:a16="http://schemas.microsoft.com/office/drawing/2014/main" id="{C03D7B89-DCDA-0C5D-E9E2-C47B04E42E3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5" y="1277421"/>
            <a:ext cx="809726" cy="81708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E06FF43-733B-3C35-2D62-03C44F78C6BD}"/>
              </a:ext>
            </a:extLst>
          </p:cNvPr>
          <p:cNvSpPr/>
          <p:nvPr/>
        </p:nvSpPr>
        <p:spPr>
          <a:xfrm>
            <a:off x="472138" y="185233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®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D5188-EC45-D3D0-9229-9B157E497E5A}"/>
              </a:ext>
            </a:extLst>
          </p:cNvPr>
          <p:cNvSpPr txBox="1"/>
          <p:nvPr/>
        </p:nvSpPr>
        <p:spPr>
          <a:xfrm>
            <a:off x="2842658" y="149753"/>
            <a:ext cx="9202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Bobcat Adventure is designed to be the first required Adventure.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 badge of rank is earned by completing six required and two elective Adventures.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The six required Adventures are focused on the aims and focus areas of the BSA.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00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253</Words>
  <Application>Microsoft Office PowerPoint</Application>
  <PresentationFormat>Widescreen</PresentationFormat>
  <Paragraphs>100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Berger</dc:creator>
  <cp:lastModifiedBy>Anthony Berger</cp:lastModifiedBy>
  <cp:revision>1</cp:revision>
  <dcterms:created xsi:type="dcterms:W3CDTF">2023-11-09T15:26:56Z</dcterms:created>
  <dcterms:modified xsi:type="dcterms:W3CDTF">2023-11-09T15:51:00Z</dcterms:modified>
</cp:coreProperties>
</file>